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sldSz cx="18288000" cy="10287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101" d="100"/>
          <a:sy n="101" d="100"/>
        </p:scale>
        <p:origin x="654" y="12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4/10/2026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4/10/2026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4/10/2026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4/10/2026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4/10/2026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4/10/2026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4/10/2026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4/10/2026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4/10/2026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4/10/2026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4/10/2026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4/10/2026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7" Type="http://schemas.openxmlformats.org/officeDocument/2006/relationships/image" Target="../media/image11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0.png"/><Relationship Id="rId5" Type="http://schemas.openxmlformats.org/officeDocument/2006/relationships/image" Target="../media/image9.png"/><Relationship Id="rId4" Type="http://schemas.openxmlformats.org/officeDocument/2006/relationships/image" Target="../media/image8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3.png"/><Relationship Id="rId5" Type="http://schemas.openxmlformats.org/officeDocument/2006/relationships/image" Target="../media/image8.png"/><Relationship Id="rId4" Type="http://schemas.openxmlformats.org/officeDocument/2006/relationships/image" Target="../media/image3.png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7.png"/><Relationship Id="rId3" Type="http://schemas.openxmlformats.org/officeDocument/2006/relationships/image" Target="../media/image3.png"/><Relationship Id="rId7" Type="http://schemas.openxmlformats.org/officeDocument/2006/relationships/image" Target="../media/image16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5.png"/><Relationship Id="rId5" Type="http://schemas.openxmlformats.org/officeDocument/2006/relationships/image" Target="../media/image8.png"/><Relationship Id="rId10" Type="http://schemas.openxmlformats.org/officeDocument/2006/relationships/image" Target="../media/image19.png"/><Relationship Id="rId4" Type="http://schemas.openxmlformats.org/officeDocument/2006/relationships/image" Target="../media/image14.png"/><Relationship Id="rId9" Type="http://schemas.openxmlformats.org/officeDocument/2006/relationships/image" Target="../media/image18.png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22.png"/><Relationship Id="rId3" Type="http://schemas.openxmlformats.org/officeDocument/2006/relationships/image" Target="../media/image3.png"/><Relationship Id="rId7" Type="http://schemas.openxmlformats.org/officeDocument/2006/relationships/image" Target="../media/image21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0.png"/><Relationship Id="rId5" Type="http://schemas.openxmlformats.org/officeDocument/2006/relationships/image" Target="../media/image8.png"/><Relationship Id="rId4" Type="http://schemas.openxmlformats.org/officeDocument/2006/relationships/image" Target="../media/image14.png"/><Relationship Id="rId9" Type="http://schemas.openxmlformats.org/officeDocument/2006/relationships/image" Target="../media/image18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3.png"/><Relationship Id="rId5" Type="http://schemas.openxmlformats.org/officeDocument/2006/relationships/image" Target="../media/image8.png"/><Relationship Id="rId4" Type="http://schemas.openxmlformats.org/officeDocument/2006/relationships/image" Target="../media/image3.png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26.png"/><Relationship Id="rId3" Type="http://schemas.openxmlformats.org/officeDocument/2006/relationships/image" Target="../media/image3.png"/><Relationship Id="rId7" Type="http://schemas.openxmlformats.org/officeDocument/2006/relationships/image" Target="../media/image25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4.png"/><Relationship Id="rId5" Type="http://schemas.openxmlformats.org/officeDocument/2006/relationships/image" Target="../media/image23.png"/><Relationship Id="rId4" Type="http://schemas.openxmlformats.org/officeDocument/2006/relationships/image" Target="../media/image8.png"/><Relationship Id="rId9" Type="http://schemas.openxmlformats.org/officeDocument/2006/relationships/image" Target="../media/image27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3.png"/><Relationship Id="rId5" Type="http://schemas.openxmlformats.org/officeDocument/2006/relationships/image" Target="../media/image8.png"/><Relationship Id="rId4" Type="http://schemas.openxmlformats.org/officeDocument/2006/relationships/image" Target="../media/image3.png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image" Target="../media/image31.png"/><Relationship Id="rId3" Type="http://schemas.openxmlformats.org/officeDocument/2006/relationships/image" Target="../media/image3.png"/><Relationship Id="rId7" Type="http://schemas.openxmlformats.org/officeDocument/2006/relationships/image" Target="../media/image30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9.png"/><Relationship Id="rId5" Type="http://schemas.openxmlformats.org/officeDocument/2006/relationships/image" Target="../media/image28.png"/><Relationship Id="rId4" Type="http://schemas.openxmlformats.org/officeDocument/2006/relationships/image" Target="../media/image8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31.png"/><Relationship Id="rId5" Type="http://schemas.openxmlformats.org/officeDocument/2006/relationships/image" Target="../media/image18.png"/><Relationship Id="rId4" Type="http://schemas.openxmlformats.org/officeDocument/2006/relationships/image" Target="../media/image8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3.png"/><Relationship Id="rId5" Type="http://schemas.openxmlformats.org/officeDocument/2006/relationships/image" Target="../media/image8.png"/><Relationship Id="rId4" Type="http://schemas.openxmlformats.org/officeDocument/2006/relationships/image" Target="../media/image3.png"/></Relationships>
</file>

<file path=ppt/slides/_rels/slide12.xml.rels><?xml version="1.0" encoding="UTF-8" standalone="yes"?>
<Relationships xmlns="http://schemas.openxmlformats.org/package/2006/relationships"><Relationship Id="rId8" Type="http://schemas.openxmlformats.org/officeDocument/2006/relationships/image" Target="../media/image34.png"/><Relationship Id="rId3" Type="http://schemas.openxmlformats.org/officeDocument/2006/relationships/image" Target="../media/image3.png"/><Relationship Id="rId7" Type="http://schemas.openxmlformats.org/officeDocument/2006/relationships/image" Target="../media/image33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32.png"/><Relationship Id="rId5" Type="http://schemas.openxmlformats.org/officeDocument/2006/relationships/image" Target="../media/image31.png"/><Relationship Id="rId10" Type="http://schemas.openxmlformats.org/officeDocument/2006/relationships/image" Target="../media/image36.png"/><Relationship Id="rId4" Type="http://schemas.openxmlformats.org/officeDocument/2006/relationships/image" Target="../media/image8.png"/><Relationship Id="rId9" Type="http://schemas.openxmlformats.org/officeDocument/2006/relationships/image" Target="../media/image35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37.png"/><Relationship Id="rId5" Type="http://schemas.openxmlformats.org/officeDocument/2006/relationships/image" Target="../media/image6.png"/><Relationship Id="rId4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4F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49600" y="1549400"/>
            <a:ext cx="12001500" cy="7251700"/>
          </a:xfrm>
          <a:prstGeom prst="rect">
            <a:avLst/>
          </a:prstGeom>
        </p:spPr>
      </p:pic>
      <p:pic>
        <p:nvPicPr>
          <p:cNvPr id="3" name="Picture 3"/>
          <p:cNvPicPr>
            <a:picLocks noChangeAspect="1"/>
          </p:cNvPicPr>
          <p:nvPr/>
        </p:nvPicPr>
        <p:blipFill>
          <a:blip r:embed="rId3">
            <a:alphaModFix amt="30000"/>
          </a:blip>
          <a:stretch>
            <a:fillRect/>
          </a:stretch>
        </p:blipFill>
        <p:spPr>
          <a:xfrm>
            <a:off x="4838700" y="6883400"/>
            <a:ext cx="8623300" cy="12700"/>
          </a:xfrm>
          <a:prstGeom prst="rect">
            <a:avLst/>
          </a:prstGeom>
        </p:spPr>
      </p:pic>
      <p:pic>
        <p:nvPicPr>
          <p:cNvPr id="4" name="Picture 4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64300" y="825500"/>
            <a:ext cx="5346700" cy="736600"/>
          </a:xfrm>
          <a:prstGeom prst="rect">
            <a:avLst/>
          </a:prstGeom>
        </p:spPr>
      </p:pic>
      <p:pic>
        <p:nvPicPr>
          <p:cNvPr id="5" name="Picture 5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549400" y="2197100"/>
            <a:ext cx="2311400" cy="7302500"/>
          </a:xfrm>
          <a:prstGeom prst="rect">
            <a:avLst/>
          </a:prstGeom>
        </p:spPr>
      </p:pic>
      <p:pic>
        <p:nvPicPr>
          <p:cNvPr id="6" name="Picture 6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4312900" y="2120900"/>
            <a:ext cx="2565400" cy="7467600"/>
          </a:xfrm>
          <a:prstGeom prst="rect">
            <a:avLst/>
          </a:prstGeom>
        </p:spPr>
      </p:pic>
      <p:pic>
        <p:nvPicPr>
          <p:cNvPr id="7" name="Picture 7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102600" y="2349500"/>
            <a:ext cx="2095500" cy="1358900"/>
          </a:xfrm>
          <a:prstGeom prst="rect">
            <a:avLst/>
          </a:prstGeom>
        </p:spPr>
      </p:pic>
      <p:sp>
        <p:nvSpPr>
          <p:cNvPr id="8" name="TextBox 8"/>
          <p:cNvSpPr txBox="1"/>
          <p:nvPr/>
        </p:nvSpPr>
        <p:spPr>
          <a:xfrm>
            <a:off x="7023100" y="1066800"/>
            <a:ext cx="4241800" cy="2667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ctr">
              <a:lnSpc>
                <a:spcPct val="124499"/>
              </a:lnSpc>
            </a:pPr>
            <a:r>
              <a:rPr lang="en-US" sz="1500" b="0" i="0" u="none" strike="noStrike">
                <a:solidFill>
                  <a:srgbClr val="F4F4F4"/>
                </a:solidFill>
                <a:latin typeface="Atomy Medium"/>
              </a:rPr>
              <a:t>2026 </a:t>
            </a:r>
            <a:r>
              <a:rPr lang="ko-KR" sz="1500" b="0" i="0" u="none" strike="noStrike">
                <a:solidFill>
                  <a:srgbClr val="F4F4F4"/>
                </a:solidFill>
                <a:ea typeface="Atomy Medium"/>
              </a:rPr>
              <a:t>캡스톤</a:t>
            </a:r>
            <a:r>
              <a:rPr lang="en-US" sz="1500" b="0" i="0" u="none" strike="noStrike">
                <a:solidFill>
                  <a:srgbClr val="F4F4F4"/>
                </a:solidFill>
                <a:latin typeface="Atomy Medium"/>
              </a:rPr>
              <a:t> </a:t>
            </a:r>
            <a:r>
              <a:rPr lang="ko-KR" sz="1500" b="0" i="0" u="none" strike="noStrike">
                <a:solidFill>
                  <a:srgbClr val="F4F4F4"/>
                </a:solidFill>
                <a:ea typeface="Atomy Medium"/>
              </a:rPr>
              <a:t>디자인</a:t>
            </a:r>
            <a:r>
              <a:rPr lang="en-US" sz="1500" b="0" i="0" u="none" strike="noStrike">
                <a:solidFill>
                  <a:srgbClr val="F4F4F4"/>
                </a:solidFill>
                <a:latin typeface="Atomy Medium"/>
              </a:rPr>
              <a:t> </a:t>
            </a:r>
            <a:r>
              <a:rPr lang="ko-KR" sz="1500" b="0" i="0" u="none" strike="noStrike">
                <a:solidFill>
                  <a:srgbClr val="F4F4F4"/>
                </a:solidFill>
                <a:ea typeface="Atomy Medium"/>
              </a:rPr>
              <a:t>졸업작품</a:t>
            </a:r>
            <a:r>
              <a:rPr lang="en-US" sz="1500" b="0" i="0" u="none" strike="noStrike">
                <a:solidFill>
                  <a:srgbClr val="F4F4F4"/>
                </a:solidFill>
                <a:latin typeface="Atomy Medium"/>
              </a:rPr>
              <a:t> </a:t>
            </a:r>
            <a:r>
              <a:rPr lang="ko-KR" sz="1500" b="0" i="0" u="none" strike="noStrike">
                <a:solidFill>
                  <a:srgbClr val="F4F4F4"/>
                </a:solidFill>
                <a:ea typeface="Atomy Medium"/>
              </a:rPr>
              <a:t>프로젝트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4965700" y="3962400"/>
            <a:ext cx="8356600" cy="7112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ctr">
              <a:lnSpc>
                <a:spcPct val="124499"/>
              </a:lnSpc>
            </a:pPr>
            <a:r>
              <a:rPr lang="en-US" sz="4000" b="0" i="0" u="none" strike="noStrike" spc="-100">
                <a:solidFill>
                  <a:srgbClr val="010149"/>
                </a:solidFill>
                <a:latin typeface="Atomy Light"/>
              </a:rPr>
              <a:t>7</a:t>
            </a:r>
            <a:r>
              <a:rPr lang="ko-KR" sz="4000" b="0" i="0" u="none" strike="noStrike" spc="-100">
                <a:solidFill>
                  <a:srgbClr val="010149"/>
                </a:solidFill>
                <a:ea typeface="Atomy Light"/>
              </a:rPr>
              <a:t>조</a:t>
            </a:r>
            <a:r>
              <a:rPr lang="en-US" sz="4000" b="0" i="0" u="none" strike="noStrike" spc="-100">
                <a:solidFill>
                  <a:srgbClr val="010149"/>
                </a:solidFill>
                <a:latin typeface="Atomy Light"/>
              </a:rPr>
              <a:t> Capsrock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4889500" y="4686300"/>
            <a:ext cx="8496300" cy="15240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ctr">
              <a:lnSpc>
                <a:spcPct val="124499"/>
              </a:lnSpc>
            </a:pPr>
            <a:r>
              <a:rPr lang="en-US" sz="8600" b="0" i="0" u="none" strike="noStrike" spc="-500">
                <a:solidFill>
                  <a:srgbClr val="010149"/>
                </a:solidFill>
                <a:latin typeface="Atomy Medium"/>
              </a:rPr>
              <a:t>EduMate </a:t>
            </a:r>
            <a:r>
              <a:rPr lang="ko-KR" sz="8600" b="0" i="0" u="none" strike="noStrike" spc="-500">
                <a:solidFill>
                  <a:srgbClr val="010149"/>
                </a:solidFill>
                <a:ea typeface="Atomy Medium"/>
              </a:rPr>
              <a:t>진행상황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6819900" y="7531100"/>
            <a:ext cx="4648200" cy="3048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ctr">
              <a:lnSpc>
                <a:spcPct val="124499"/>
              </a:lnSpc>
            </a:pPr>
            <a:r>
              <a:rPr lang="ko-KR" sz="1700" b="0" i="0" u="none" strike="noStrike">
                <a:solidFill>
                  <a:srgbClr val="010149"/>
                </a:solidFill>
                <a:ea typeface="Atomy Medium"/>
              </a:rPr>
              <a:t>발표자</a:t>
            </a:r>
            <a:r>
              <a:rPr lang="en-US" sz="1700" b="0" i="0" u="none" strike="noStrike">
                <a:solidFill>
                  <a:srgbClr val="010149"/>
                </a:solidFill>
                <a:latin typeface="Atomy Medium"/>
              </a:rPr>
              <a:t>    |   2021011896    |    </a:t>
            </a:r>
            <a:r>
              <a:rPr lang="ko-KR" sz="1700" b="0" i="0" u="none" strike="noStrike">
                <a:solidFill>
                  <a:srgbClr val="010149"/>
                </a:solidFill>
                <a:ea typeface="Atomy Medium"/>
              </a:rPr>
              <a:t>백준하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4F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5000" y="1193800"/>
            <a:ext cx="17030700" cy="8407400"/>
          </a:xfrm>
          <a:prstGeom prst="rect">
            <a:avLst/>
          </a:prstGeom>
        </p:spPr>
      </p:pic>
      <p:pic>
        <p:nvPicPr>
          <p:cNvPr id="3" name="Picture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64300" y="469900"/>
            <a:ext cx="5346700" cy="736600"/>
          </a:xfrm>
          <a:prstGeom prst="rect">
            <a:avLst/>
          </a:prstGeom>
        </p:spPr>
      </p:pic>
      <p:pic>
        <p:nvPicPr>
          <p:cNvPr id="4" name="Picture 4"/>
          <p:cNvPicPr>
            <a:picLocks noChangeAspect="1"/>
          </p:cNvPicPr>
          <p:nvPr/>
        </p:nvPicPr>
        <p:blipFill>
          <a:blip r:embed="rId4">
            <a:alphaModFix amt="30000"/>
          </a:blip>
          <a:stretch>
            <a:fillRect/>
          </a:stretch>
        </p:blipFill>
        <p:spPr>
          <a:xfrm>
            <a:off x="2120900" y="4483100"/>
            <a:ext cx="14046200" cy="12700"/>
          </a:xfrm>
          <a:prstGeom prst="rect">
            <a:avLst/>
          </a:prstGeom>
        </p:spPr>
      </p:pic>
      <p:pic>
        <p:nvPicPr>
          <p:cNvPr id="5" name="Picture 5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2192000" y="2324100"/>
            <a:ext cx="5562600" cy="7734300"/>
          </a:xfrm>
          <a:prstGeom prst="rect">
            <a:avLst/>
          </a:prstGeom>
        </p:spPr>
      </p:pic>
      <p:sp>
        <p:nvSpPr>
          <p:cNvPr id="6" name="TextBox 6"/>
          <p:cNvSpPr txBox="1"/>
          <p:nvPr/>
        </p:nvSpPr>
        <p:spPr>
          <a:xfrm>
            <a:off x="7023100" y="698500"/>
            <a:ext cx="4241800" cy="2667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ctr">
              <a:lnSpc>
                <a:spcPct val="124499"/>
              </a:lnSpc>
            </a:pPr>
            <a:r>
              <a:rPr lang="en-US" sz="1500" b="0" i="0" u="none" strike="noStrike">
                <a:solidFill>
                  <a:srgbClr val="F4F4F4"/>
                </a:solidFill>
                <a:latin typeface="Atomy Medium"/>
              </a:rPr>
              <a:t>2026 </a:t>
            </a:r>
            <a:r>
              <a:rPr lang="ko-KR" sz="1500" b="0" i="0" u="none" strike="noStrike">
                <a:solidFill>
                  <a:srgbClr val="F4F4F4"/>
                </a:solidFill>
                <a:ea typeface="Atomy Medium"/>
              </a:rPr>
              <a:t>캡스톤</a:t>
            </a:r>
            <a:r>
              <a:rPr lang="en-US" sz="1500" b="0" i="0" u="none" strike="noStrike">
                <a:solidFill>
                  <a:srgbClr val="F4F4F4"/>
                </a:solidFill>
                <a:latin typeface="Atomy Medium"/>
              </a:rPr>
              <a:t> </a:t>
            </a:r>
            <a:r>
              <a:rPr lang="ko-KR" sz="1500" b="0" i="0" u="none" strike="noStrike">
                <a:solidFill>
                  <a:srgbClr val="F4F4F4"/>
                </a:solidFill>
                <a:ea typeface="Atomy Medium"/>
              </a:rPr>
              <a:t>디자인</a:t>
            </a:r>
            <a:r>
              <a:rPr lang="en-US" sz="1500" b="0" i="0" u="none" strike="noStrike">
                <a:solidFill>
                  <a:srgbClr val="F4F4F4"/>
                </a:solidFill>
                <a:latin typeface="Atomy Medium"/>
              </a:rPr>
              <a:t> </a:t>
            </a:r>
            <a:r>
              <a:rPr lang="ko-KR" sz="1500" b="0" i="0" u="none" strike="noStrike">
                <a:solidFill>
                  <a:srgbClr val="F4F4F4"/>
                </a:solidFill>
                <a:ea typeface="Atomy Medium"/>
              </a:rPr>
              <a:t>졸업작품</a:t>
            </a:r>
            <a:r>
              <a:rPr lang="en-US" sz="1500" b="0" i="0" u="none" strike="noStrike">
                <a:solidFill>
                  <a:srgbClr val="F4F4F4"/>
                </a:solidFill>
                <a:latin typeface="Atomy Medium"/>
              </a:rPr>
              <a:t> </a:t>
            </a:r>
            <a:r>
              <a:rPr lang="ko-KR" sz="1500" b="0" i="0" u="none" strike="noStrike">
                <a:solidFill>
                  <a:srgbClr val="F4F4F4"/>
                </a:solidFill>
                <a:ea typeface="Atomy Medium"/>
              </a:rPr>
              <a:t>프로젝트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2108200" y="2387600"/>
            <a:ext cx="8432800" cy="10795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l">
              <a:lnSpc>
                <a:spcPct val="124499"/>
              </a:lnSpc>
            </a:pPr>
            <a:r>
              <a:rPr lang="en-US" sz="6000" b="0" i="0" u="none" strike="noStrike">
                <a:solidFill>
                  <a:srgbClr val="010149"/>
                </a:solidFill>
                <a:latin typeface="Atomy Medium"/>
              </a:rPr>
              <a:t>CONTENTS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2108200" y="3517900"/>
            <a:ext cx="8318500" cy="4318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l">
              <a:lnSpc>
                <a:spcPct val="124499"/>
              </a:lnSpc>
            </a:pPr>
            <a:r>
              <a:rPr lang="ko-KR" sz="2500" b="0" i="0" u="none" strike="noStrike">
                <a:solidFill>
                  <a:srgbClr val="010149"/>
                </a:solidFill>
                <a:ea typeface="Atomy Light"/>
              </a:rPr>
              <a:t>프레젠테이션</a:t>
            </a:r>
            <a:r>
              <a:rPr lang="en-US" sz="2500" b="0" i="0" u="none" strike="noStrike">
                <a:solidFill>
                  <a:srgbClr val="010149"/>
                </a:solidFill>
                <a:latin typeface="Atomy Light"/>
              </a:rPr>
              <a:t> </a:t>
            </a:r>
            <a:r>
              <a:rPr lang="ko-KR" sz="2500" b="0" i="0" u="none" strike="noStrike">
                <a:solidFill>
                  <a:srgbClr val="010149"/>
                </a:solidFill>
                <a:ea typeface="Atomy Light"/>
              </a:rPr>
              <a:t>목차</a:t>
            </a:r>
            <a:r>
              <a:rPr lang="en-US" sz="2500" b="0" i="0" u="none" strike="noStrike">
                <a:solidFill>
                  <a:srgbClr val="010149"/>
                </a:solidFill>
                <a:latin typeface="Atomy Light"/>
              </a:rPr>
              <a:t> </a:t>
            </a:r>
            <a:r>
              <a:rPr lang="ko-KR" sz="2500" b="0" i="0" u="none" strike="noStrike">
                <a:solidFill>
                  <a:srgbClr val="010149"/>
                </a:solidFill>
                <a:ea typeface="Atomy Light"/>
              </a:rPr>
              <a:t>안내</a:t>
            </a:r>
          </a:p>
        </p:txBody>
      </p:sp>
      <p:pic>
        <p:nvPicPr>
          <p:cNvPr id="9" name="Picture 9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108200" y="5194300"/>
            <a:ext cx="4673600" cy="990600"/>
          </a:xfrm>
          <a:prstGeom prst="rect">
            <a:avLst/>
          </a:prstGeom>
        </p:spPr>
      </p:pic>
      <p:sp>
        <p:nvSpPr>
          <p:cNvPr id="10" name="TextBox 10"/>
          <p:cNvSpPr txBox="1"/>
          <p:nvPr/>
        </p:nvSpPr>
        <p:spPr>
          <a:xfrm>
            <a:off x="2425700" y="5524500"/>
            <a:ext cx="546100" cy="3302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ctr">
              <a:lnSpc>
                <a:spcPct val="124499"/>
              </a:lnSpc>
            </a:pPr>
            <a:r>
              <a:rPr lang="en-US" sz="1900" b="0" i="0" u="none" strike="noStrike">
                <a:solidFill>
                  <a:srgbClr val="010149"/>
                </a:solidFill>
                <a:latin typeface="Atomy Bold"/>
              </a:rPr>
              <a:t>1</a:t>
            </a:r>
          </a:p>
        </p:txBody>
      </p:sp>
      <p:pic>
        <p:nvPicPr>
          <p:cNvPr id="11" name="Picture 11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2794000" y="5308600"/>
            <a:ext cx="1689100" cy="1092200"/>
          </a:xfrm>
          <a:prstGeom prst="rect">
            <a:avLst/>
          </a:prstGeom>
        </p:spPr>
      </p:pic>
      <p:pic>
        <p:nvPicPr>
          <p:cNvPr id="12" name="Picture 12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150100" y="5194300"/>
            <a:ext cx="4673600" cy="990600"/>
          </a:xfrm>
          <a:prstGeom prst="rect">
            <a:avLst/>
          </a:prstGeom>
        </p:spPr>
      </p:pic>
      <p:sp>
        <p:nvSpPr>
          <p:cNvPr id="13" name="TextBox 13"/>
          <p:cNvSpPr txBox="1"/>
          <p:nvPr/>
        </p:nvSpPr>
        <p:spPr>
          <a:xfrm>
            <a:off x="7454900" y="5511800"/>
            <a:ext cx="546100" cy="3683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ctr">
              <a:lnSpc>
                <a:spcPct val="124499"/>
              </a:lnSpc>
            </a:pPr>
            <a:r>
              <a:rPr lang="en-US" sz="1900" b="0" i="0" u="none" strike="noStrike">
                <a:solidFill>
                  <a:srgbClr val="010149"/>
                </a:solidFill>
                <a:latin typeface="Atomy Bold"/>
              </a:rPr>
              <a:t>2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8013700" y="5486400"/>
            <a:ext cx="3530600" cy="4191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l">
              <a:lnSpc>
                <a:spcPct val="124499"/>
              </a:lnSpc>
            </a:pPr>
            <a:r>
              <a:rPr lang="en-US" sz="2300" b="0" i="0" u="none" strike="noStrike">
                <a:solidFill>
                  <a:srgbClr val="010149"/>
                </a:solidFill>
                <a:latin typeface="Atomy Light"/>
              </a:rPr>
              <a:t>DataBase</a:t>
            </a:r>
          </a:p>
        </p:txBody>
      </p:sp>
      <p:pic>
        <p:nvPicPr>
          <p:cNvPr id="15" name="Picture 15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108200" y="6997700"/>
            <a:ext cx="4673600" cy="990600"/>
          </a:xfrm>
          <a:prstGeom prst="rect">
            <a:avLst/>
          </a:prstGeom>
        </p:spPr>
      </p:pic>
      <p:sp>
        <p:nvSpPr>
          <p:cNvPr id="16" name="TextBox 16"/>
          <p:cNvSpPr txBox="1"/>
          <p:nvPr/>
        </p:nvSpPr>
        <p:spPr>
          <a:xfrm>
            <a:off x="2425700" y="7315200"/>
            <a:ext cx="546100" cy="3429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ctr">
              <a:lnSpc>
                <a:spcPct val="124499"/>
              </a:lnSpc>
            </a:pPr>
            <a:r>
              <a:rPr lang="en-US" sz="1900" b="0" i="0" u="none" strike="noStrike">
                <a:solidFill>
                  <a:srgbClr val="010149"/>
                </a:solidFill>
                <a:latin typeface="Atomy Bold"/>
              </a:rPr>
              <a:t>3</a:t>
            </a:r>
          </a:p>
        </p:txBody>
      </p:sp>
      <p:sp>
        <p:nvSpPr>
          <p:cNvPr id="17" name="TextBox 17"/>
          <p:cNvSpPr txBox="1"/>
          <p:nvPr/>
        </p:nvSpPr>
        <p:spPr>
          <a:xfrm>
            <a:off x="2984500" y="7277100"/>
            <a:ext cx="3530600" cy="4191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l">
              <a:lnSpc>
                <a:spcPct val="124499"/>
              </a:lnSpc>
            </a:pPr>
            <a:r>
              <a:rPr lang="en-US" sz="2300" b="0" i="0" u="none" strike="noStrike">
                <a:solidFill>
                  <a:srgbClr val="010149"/>
                </a:solidFill>
                <a:latin typeface="Atomy Light"/>
              </a:rPr>
              <a:t>AI</a:t>
            </a:r>
          </a:p>
        </p:txBody>
      </p:sp>
      <p:pic>
        <p:nvPicPr>
          <p:cNvPr id="18" name="Picture 18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150100" y="6997700"/>
            <a:ext cx="4673600" cy="990600"/>
          </a:xfrm>
          <a:prstGeom prst="rect">
            <a:avLst/>
          </a:prstGeom>
        </p:spPr>
      </p:pic>
      <p:sp>
        <p:nvSpPr>
          <p:cNvPr id="19" name="TextBox 19"/>
          <p:cNvSpPr txBox="1"/>
          <p:nvPr/>
        </p:nvSpPr>
        <p:spPr>
          <a:xfrm>
            <a:off x="7454900" y="7315200"/>
            <a:ext cx="546100" cy="3429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ctr">
              <a:lnSpc>
                <a:spcPct val="124499"/>
              </a:lnSpc>
            </a:pPr>
            <a:r>
              <a:rPr lang="en-US" sz="1900" b="0" i="0" u="none" strike="noStrike">
                <a:solidFill>
                  <a:srgbClr val="010149"/>
                </a:solidFill>
                <a:latin typeface="Atomy Bold"/>
              </a:rPr>
              <a:t>4</a:t>
            </a:r>
          </a:p>
        </p:txBody>
      </p:sp>
      <p:sp>
        <p:nvSpPr>
          <p:cNvPr id="20" name="TextBox 20"/>
          <p:cNvSpPr txBox="1"/>
          <p:nvPr/>
        </p:nvSpPr>
        <p:spPr>
          <a:xfrm>
            <a:off x="8013700" y="7264400"/>
            <a:ext cx="3530600" cy="4445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l">
              <a:lnSpc>
                <a:spcPct val="124499"/>
              </a:lnSpc>
            </a:pPr>
            <a:r>
              <a:rPr lang="ko-KR" sz="2300" b="0" i="0" u="none" strike="noStrike">
                <a:solidFill>
                  <a:srgbClr val="010149"/>
                </a:solidFill>
                <a:ea typeface="Atomy Light"/>
              </a:rPr>
              <a:t>부족한</a:t>
            </a:r>
            <a:r>
              <a:rPr lang="en-US" sz="2300" b="0" i="0" u="none" strike="noStrike">
                <a:solidFill>
                  <a:srgbClr val="010149"/>
                </a:solidFill>
                <a:latin typeface="Atomy Light"/>
              </a:rPr>
              <a:t> </a:t>
            </a:r>
            <a:r>
              <a:rPr lang="ko-KR" sz="2300" b="0" i="0" u="none" strike="noStrike">
                <a:solidFill>
                  <a:srgbClr val="010149"/>
                </a:solidFill>
                <a:ea typeface="Atomy Light"/>
              </a:rPr>
              <a:t>점</a:t>
            </a:r>
            <a:r>
              <a:rPr lang="en-US" sz="2300" b="0" i="0" u="none" strike="noStrike">
                <a:solidFill>
                  <a:srgbClr val="010149"/>
                </a:solidFill>
                <a:latin typeface="Atomy Light"/>
              </a:rPr>
              <a:t> / </a:t>
            </a:r>
            <a:r>
              <a:rPr lang="ko-KR" sz="2300" b="0" i="0" u="none" strike="noStrike">
                <a:solidFill>
                  <a:srgbClr val="010149"/>
                </a:solidFill>
                <a:ea typeface="Atomy Light"/>
              </a:rPr>
              <a:t>향후</a:t>
            </a:r>
            <a:r>
              <a:rPr lang="en-US" sz="2300" b="0" i="0" u="none" strike="noStrike">
                <a:solidFill>
                  <a:srgbClr val="010149"/>
                </a:solidFill>
                <a:latin typeface="Atomy Light"/>
              </a:rPr>
              <a:t> </a:t>
            </a:r>
            <a:r>
              <a:rPr lang="ko-KR" sz="2300" b="0" i="0" u="none" strike="noStrike">
                <a:solidFill>
                  <a:srgbClr val="010149"/>
                </a:solidFill>
                <a:ea typeface="Atomy Light"/>
              </a:rPr>
              <a:t>계획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7E7E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5000" y="1193800"/>
            <a:ext cx="17030700" cy="8407400"/>
          </a:xfrm>
          <a:prstGeom prst="rect">
            <a:avLst/>
          </a:prstGeom>
        </p:spPr>
      </p:pic>
      <p:pic>
        <p:nvPicPr>
          <p:cNvPr id="3" name="Picture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5000" y="1193800"/>
            <a:ext cx="17030700" cy="8407400"/>
          </a:xfrm>
          <a:prstGeom prst="rect">
            <a:avLst/>
          </a:prstGeom>
        </p:spPr>
      </p:pic>
      <p:pic>
        <p:nvPicPr>
          <p:cNvPr id="4" name="Picture 4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64300" y="469900"/>
            <a:ext cx="5346700" cy="736600"/>
          </a:xfrm>
          <a:prstGeom prst="rect">
            <a:avLst/>
          </a:prstGeom>
        </p:spPr>
      </p:pic>
      <p:pic>
        <p:nvPicPr>
          <p:cNvPr id="5" name="Picture 5"/>
          <p:cNvPicPr>
            <a:picLocks noChangeAspect="1"/>
          </p:cNvPicPr>
          <p:nvPr/>
        </p:nvPicPr>
        <p:blipFill>
          <a:blip r:embed="rId5">
            <a:alphaModFix amt="30000"/>
          </a:blip>
          <a:stretch>
            <a:fillRect/>
          </a:stretch>
        </p:blipFill>
        <p:spPr>
          <a:xfrm>
            <a:off x="2120900" y="6083300"/>
            <a:ext cx="14046200" cy="12700"/>
          </a:xfrm>
          <a:prstGeom prst="rect">
            <a:avLst/>
          </a:prstGeom>
        </p:spPr>
      </p:pic>
      <p:pic>
        <p:nvPicPr>
          <p:cNvPr id="6" name="Picture 6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1277600" y="3708400"/>
            <a:ext cx="4533900" cy="3365500"/>
          </a:xfrm>
          <a:prstGeom prst="rect">
            <a:avLst/>
          </a:prstGeom>
        </p:spPr>
      </p:pic>
      <p:sp>
        <p:nvSpPr>
          <p:cNvPr id="7" name="TextBox 7"/>
          <p:cNvSpPr txBox="1"/>
          <p:nvPr/>
        </p:nvSpPr>
        <p:spPr>
          <a:xfrm>
            <a:off x="7023100" y="698500"/>
            <a:ext cx="4241800" cy="2667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ctr">
              <a:lnSpc>
                <a:spcPct val="124499"/>
              </a:lnSpc>
            </a:pPr>
            <a:r>
              <a:rPr lang="en-US" sz="1500" b="0" i="0" u="none" strike="noStrike">
                <a:solidFill>
                  <a:srgbClr val="F4F4F4"/>
                </a:solidFill>
                <a:latin typeface="Atomy Medium"/>
              </a:rPr>
              <a:t>2026 </a:t>
            </a:r>
            <a:r>
              <a:rPr lang="ko-KR" sz="1500" b="0" i="0" u="none" strike="noStrike">
                <a:solidFill>
                  <a:srgbClr val="F4F4F4"/>
                </a:solidFill>
                <a:ea typeface="Atomy Medium"/>
              </a:rPr>
              <a:t>캡스톤</a:t>
            </a:r>
            <a:r>
              <a:rPr lang="en-US" sz="1500" b="0" i="0" u="none" strike="noStrike">
                <a:solidFill>
                  <a:srgbClr val="F4F4F4"/>
                </a:solidFill>
                <a:latin typeface="Atomy Medium"/>
              </a:rPr>
              <a:t> </a:t>
            </a:r>
            <a:r>
              <a:rPr lang="ko-KR" sz="1500" b="0" i="0" u="none" strike="noStrike">
                <a:solidFill>
                  <a:srgbClr val="F4F4F4"/>
                </a:solidFill>
                <a:ea typeface="Atomy Medium"/>
              </a:rPr>
              <a:t>디자인</a:t>
            </a:r>
            <a:r>
              <a:rPr lang="en-US" sz="1500" b="0" i="0" u="none" strike="noStrike">
                <a:solidFill>
                  <a:srgbClr val="F4F4F4"/>
                </a:solidFill>
                <a:latin typeface="Atomy Medium"/>
              </a:rPr>
              <a:t> </a:t>
            </a:r>
            <a:r>
              <a:rPr lang="ko-KR" sz="1500" b="0" i="0" u="none" strike="noStrike">
                <a:solidFill>
                  <a:srgbClr val="F4F4F4"/>
                </a:solidFill>
                <a:ea typeface="Atomy Medium"/>
              </a:rPr>
              <a:t>졸업작품</a:t>
            </a:r>
            <a:r>
              <a:rPr lang="en-US" sz="1500" b="0" i="0" u="none" strike="noStrike">
                <a:solidFill>
                  <a:srgbClr val="F4F4F4"/>
                </a:solidFill>
                <a:latin typeface="Atomy Medium"/>
              </a:rPr>
              <a:t> </a:t>
            </a:r>
            <a:r>
              <a:rPr lang="ko-KR" sz="1500" b="0" i="0" u="none" strike="noStrike">
                <a:solidFill>
                  <a:srgbClr val="F4F4F4"/>
                </a:solidFill>
                <a:ea typeface="Atomy Medium"/>
              </a:rPr>
              <a:t>프로젝트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4749800" y="2108200"/>
            <a:ext cx="8788400" cy="35560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ctr">
              <a:lnSpc>
                <a:spcPct val="124499"/>
              </a:lnSpc>
            </a:pPr>
            <a:r>
              <a:rPr lang="en-US" sz="20000" b="0" i="0" u="none" strike="noStrike">
                <a:solidFill>
                  <a:srgbClr val="010149"/>
                </a:solidFill>
                <a:latin typeface="Atomy Bold"/>
              </a:rPr>
              <a:t>01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4965700" y="6502400"/>
            <a:ext cx="8331200" cy="5715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ctr">
              <a:lnSpc>
                <a:spcPct val="124499"/>
              </a:lnSpc>
            </a:pPr>
            <a:r>
              <a:rPr lang="en-US" sz="3000" b="0" i="0" u="none" strike="noStrike">
                <a:solidFill>
                  <a:srgbClr val="010149"/>
                </a:solidFill>
                <a:latin typeface="Atomy Medium"/>
              </a:rPr>
              <a:t>UI / UX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2108200" y="7543800"/>
            <a:ext cx="14084300" cy="3048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ctr">
              <a:lnSpc>
                <a:spcPct val="141100"/>
              </a:lnSpc>
            </a:pPr>
            <a:r>
              <a:rPr lang="ko-KR" sz="1700" b="0" i="0" u="none" strike="noStrike">
                <a:solidFill>
                  <a:srgbClr val="010149"/>
                </a:solidFill>
                <a:ea typeface="Atomy Light"/>
              </a:rPr>
              <a:t>현재</a:t>
            </a:r>
            <a:r>
              <a:rPr lang="en-US" sz="1700" b="0" i="0" u="none" strike="noStrike">
                <a:solidFill>
                  <a:srgbClr val="010149"/>
                </a:solidFill>
                <a:latin typeface="Atomy Light"/>
              </a:rPr>
              <a:t> </a:t>
            </a:r>
            <a:r>
              <a:rPr lang="ko-KR" sz="1700" b="0" i="0" u="none" strike="noStrike">
                <a:solidFill>
                  <a:srgbClr val="010149"/>
                </a:solidFill>
                <a:ea typeface="Atomy Light"/>
              </a:rPr>
              <a:t>구현한</a:t>
            </a:r>
            <a:r>
              <a:rPr lang="en-US" sz="1700" b="0" i="0" u="none" strike="noStrike">
                <a:solidFill>
                  <a:srgbClr val="010149"/>
                </a:solidFill>
                <a:latin typeface="Atomy Light"/>
              </a:rPr>
              <a:t> </a:t>
            </a:r>
            <a:r>
              <a:rPr lang="ko-KR" sz="1700" b="0" i="0" u="none" strike="noStrike">
                <a:solidFill>
                  <a:srgbClr val="010149"/>
                </a:solidFill>
                <a:ea typeface="Atomy Light"/>
              </a:rPr>
              <a:t>기능들</a:t>
            </a:r>
            <a:r>
              <a:rPr lang="en-US" sz="1700" b="0" i="0" u="none" strike="noStrike">
                <a:solidFill>
                  <a:srgbClr val="010149"/>
                </a:solidFill>
                <a:latin typeface="Atomy Light"/>
              </a:rPr>
              <a:t> / </a:t>
            </a:r>
            <a:r>
              <a:rPr lang="ko-KR" sz="1700" b="0" i="0" u="none" strike="noStrike">
                <a:solidFill>
                  <a:srgbClr val="010149"/>
                </a:solidFill>
                <a:ea typeface="Atomy Light"/>
              </a:rPr>
              <a:t>기능의</a:t>
            </a:r>
            <a:r>
              <a:rPr lang="en-US" sz="1700" b="0" i="0" u="none" strike="noStrike">
                <a:solidFill>
                  <a:srgbClr val="010149"/>
                </a:solidFill>
                <a:latin typeface="Atomy Light"/>
              </a:rPr>
              <a:t> </a:t>
            </a:r>
            <a:r>
              <a:rPr lang="ko-KR" sz="1700" b="0" i="0" u="none" strike="noStrike">
                <a:solidFill>
                  <a:srgbClr val="010149"/>
                </a:solidFill>
                <a:ea typeface="Atomy Light"/>
              </a:rPr>
              <a:t>단편적인</a:t>
            </a:r>
            <a:r>
              <a:rPr lang="en-US" sz="1700" b="0" i="0" u="none" strike="noStrike">
                <a:solidFill>
                  <a:srgbClr val="010149"/>
                </a:solidFill>
                <a:latin typeface="Atomy Light"/>
              </a:rPr>
              <a:t> </a:t>
            </a:r>
            <a:r>
              <a:rPr lang="ko-KR" sz="1700" b="0" i="0" u="none" strike="noStrike">
                <a:solidFill>
                  <a:srgbClr val="010149"/>
                </a:solidFill>
                <a:ea typeface="Atomy Light"/>
              </a:rPr>
              <a:t>흐름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4F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5000" y="1193800"/>
            <a:ext cx="17030700" cy="8407400"/>
          </a:xfrm>
          <a:prstGeom prst="rect">
            <a:avLst/>
          </a:prstGeom>
        </p:spPr>
      </p:pic>
      <p:pic>
        <p:nvPicPr>
          <p:cNvPr id="3" name="Picture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64300" y="469900"/>
            <a:ext cx="5346700" cy="736600"/>
          </a:xfrm>
          <a:prstGeom prst="rect">
            <a:avLst/>
          </a:prstGeom>
        </p:spPr>
      </p:pic>
      <p:pic>
        <p:nvPicPr>
          <p:cNvPr id="4" name="Picture 4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3462000" y="7112000"/>
            <a:ext cx="5397500" cy="7188200"/>
          </a:xfrm>
          <a:prstGeom prst="rect">
            <a:avLst/>
          </a:prstGeom>
        </p:spPr>
      </p:pic>
      <p:pic>
        <p:nvPicPr>
          <p:cNvPr id="5" name="Picture 5"/>
          <p:cNvPicPr>
            <a:picLocks noChangeAspect="1"/>
          </p:cNvPicPr>
          <p:nvPr/>
        </p:nvPicPr>
        <p:blipFill>
          <a:blip r:embed="rId5">
            <a:alphaModFix amt="30000"/>
          </a:blip>
          <a:stretch>
            <a:fillRect/>
          </a:stretch>
        </p:blipFill>
        <p:spPr>
          <a:xfrm>
            <a:off x="2120900" y="3886200"/>
            <a:ext cx="14046200" cy="12700"/>
          </a:xfrm>
          <a:prstGeom prst="rect">
            <a:avLst/>
          </a:prstGeom>
        </p:spPr>
      </p:pic>
      <p:pic>
        <p:nvPicPr>
          <p:cNvPr id="6" name="Picture 6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 rot="10800000">
            <a:off x="1524000" y="7378700"/>
            <a:ext cx="2070100" cy="558800"/>
          </a:xfrm>
          <a:prstGeom prst="rect">
            <a:avLst/>
          </a:prstGeom>
        </p:spPr>
      </p:pic>
      <p:pic>
        <p:nvPicPr>
          <p:cNvPr id="7" name="Picture 7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333500" y="5054600"/>
            <a:ext cx="2463800" cy="2349500"/>
          </a:xfrm>
          <a:prstGeom prst="rect">
            <a:avLst/>
          </a:prstGeom>
        </p:spPr>
      </p:pic>
      <p:pic>
        <p:nvPicPr>
          <p:cNvPr id="8" name="Picture 8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051300" y="5054600"/>
            <a:ext cx="2463800" cy="2349500"/>
          </a:xfrm>
          <a:prstGeom prst="rect">
            <a:avLst/>
          </a:prstGeom>
        </p:spPr>
      </p:pic>
      <p:pic>
        <p:nvPicPr>
          <p:cNvPr id="9" name="Picture 9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 rot="10800000">
            <a:off x="4254500" y="7378700"/>
            <a:ext cx="2070100" cy="558800"/>
          </a:xfrm>
          <a:prstGeom prst="rect">
            <a:avLst/>
          </a:prstGeom>
        </p:spPr>
      </p:pic>
      <p:sp>
        <p:nvSpPr>
          <p:cNvPr id="10" name="TextBox 10"/>
          <p:cNvSpPr txBox="1"/>
          <p:nvPr/>
        </p:nvSpPr>
        <p:spPr>
          <a:xfrm>
            <a:off x="7023100" y="698500"/>
            <a:ext cx="4241800" cy="2667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ctr">
              <a:lnSpc>
                <a:spcPct val="124499"/>
              </a:lnSpc>
            </a:pPr>
            <a:r>
              <a:rPr lang="en-US" sz="1500" b="0" i="0" u="none" strike="noStrike">
                <a:solidFill>
                  <a:srgbClr val="F4F4F4"/>
                </a:solidFill>
                <a:latin typeface="Atomy Medium"/>
              </a:rPr>
              <a:t>2026 </a:t>
            </a:r>
            <a:r>
              <a:rPr lang="ko-KR" sz="1500" b="0" i="0" u="none" strike="noStrike">
                <a:solidFill>
                  <a:srgbClr val="F4F4F4"/>
                </a:solidFill>
                <a:ea typeface="Atomy Medium"/>
              </a:rPr>
              <a:t>캡스톤</a:t>
            </a:r>
            <a:r>
              <a:rPr lang="en-US" sz="1500" b="0" i="0" u="none" strike="noStrike">
                <a:solidFill>
                  <a:srgbClr val="F4F4F4"/>
                </a:solidFill>
                <a:latin typeface="Atomy Medium"/>
              </a:rPr>
              <a:t> </a:t>
            </a:r>
            <a:r>
              <a:rPr lang="ko-KR" sz="1500" b="0" i="0" u="none" strike="noStrike">
                <a:solidFill>
                  <a:srgbClr val="F4F4F4"/>
                </a:solidFill>
                <a:ea typeface="Atomy Medium"/>
              </a:rPr>
              <a:t>디자인</a:t>
            </a:r>
            <a:r>
              <a:rPr lang="en-US" sz="1500" b="0" i="0" u="none" strike="noStrike">
                <a:solidFill>
                  <a:srgbClr val="F4F4F4"/>
                </a:solidFill>
                <a:latin typeface="Atomy Medium"/>
              </a:rPr>
              <a:t> </a:t>
            </a:r>
            <a:r>
              <a:rPr lang="ko-KR" sz="1500" b="0" i="0" u="none" strike="noStrike">
                <a:solidFill>
                  <a:srgbClr val="F4F4F4"/>
                </a:solidFill>
                <a:ea typeface="Atomy Medium"/>
              </a:rPr>
              <a:t>졸업작품</a:t>
            </a:r>
            <a:r>
              <a:rPr lang="en-US" sz="1500" b="0" i="0" u="none" strike="noStrike">
                <a:solidFill>
                  <a:srgbClr val="F4F4F4"/>
                </a:solidFill>
                <a:latin typeface="Atomy Medium"/>
              </a:rPr>
              <a:t> </a:t>
            </a:r>
            <a:r>
              <a:rPr lang="ko-KR" sz="1500" b="0" i="0" u="none" strike="noStrike">
                <a:solidFill>
                  <a:srgbClr val="F4F4F4"/>
                </a:solidFill>
                <a:ea typeface="Atomy Medium"/>
              </a:rPr>
              <a:t>프로젝트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4927600" y="1854200"/>
            <a:ext cx="8432800" cy="11430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ctr">
              <a:lnSpc>
                <a:spcPct val="124499"/>
              </a:lnSpc>
            </a:pPr>
            <a:r>
              <a:rPr lang="en-US" sz="6000" b="0" i="0" u="none" strike="noStrike">
                <a:solidFill>
                  <a:srgbClr val="010149"/>
                </a:solidFill>
                <a:latin typeface="Atomy Medium"/>
              </a:rPr>
              <a:t>UI / UX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4978400" y="2997200"/>
            <a:ext cx="8318500" cy="4826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ctr">
              <a:lnSpc>
                <a:spcPct val="124499"/>
              </a:lnSpc>
            </a:pPr>
            <a:r>
              <a:rPr lang="ko-KR" sz="2500" b="0" i="0" u="none" strike="noStrike">
                <a:solidFill>
                  <a:srgbClr val="010149"/>
                </a:solidFill>
                <a:ea typeface="Atomy Light"/>
              </a:rPr>
              <a:t>로그인</a:t>
            </a:r>
            <a:r>
              <a:rPr lang="en-US" sz="2500" b="0" i="0" u="none" strike="noStrike">
                <a:solidFill>
                  <a:srgbClr val="010149"/>
                </a:solidFill>
                <a:latin typeface="Atomy Light"/>
              </a:rPr>
              <a:t> </a:t>
            </a:r>
            <a:r>
              <a:rPr lang="ko-KR" sz="2500" b="0" i="0" u="none" strike="noStrike">
                <a:solidFill>
                  <a:srgbClr val="010149"/>
                </a:solidFill>
                <a:ea typeface="Atomy Light"/>
              </a:rPr>
              <a:t>및</a:t>
            </a:r>
            <a:r>
              <a:rPr lang="en-US" sz="2500" b="0" i="0" u="none" strike="noStrike">
                <a:solidFill>
                  <a:srgbClr val="010149"/>
                </a:solidFill>
                <a:latin typeface="Atomy Light"/>
              </a:rPr>
              <a:t> </a:t>
            </a:r>
            <a:r>
              <a:rPr lang="ko-KR" sz="2500" b="0" i="0" u="none" strike="noStrike">
                <a:solidFill>
                  <a:srgbClr val="010149"/>
                </a:solidFill>
                <a:ea typeface="Atomy Light"/>
              </a:rPr>
              <a:t>회원가입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1600200" y="7518400"/>
            <a:ext cx="1930400" cy="2667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ctr">
              <a:lnSpc>
                <a:spcPct val="124499"/>
              </a:lnSpc>
            </a:pPr>
            <a:r>
              <a:rPr lang="ko-KR" sz="1500" b="0" i="0" u="none" strike="noStrike">
                <a:solidFill>
                  <a:srgbClr val="FFFFFF"/>
                </a:solidFill>
                <a:ea typeface="Atomy Medium"/>
              </a:rPr>
              <a:t>로그인</a:t>
            </a:r>
            <a:r>
              <a:rPr lang="en-US" sz="1500" b="0" i="0" u="none" strike="noStrike">
                <a:solidFill>
                  <a:srgbClr val="FFFFFF"/>
                </a:solidFill>
                <a:latin typeface="Atomy Medium"/>
              </a:rPr>
              <a:t> </a:t>
            </a:r>
            <a:r>
              <a:rPr lang="ko-KR" sz="1500" b="0" i="0" u="none" strike="noStrike">
                <a:solidFill>
                  <a:srgbClr val="FFFFFF"/>
                </a:solidFill>
                <a:ea typeface="Atomy Medium"/>
              </a:rPr>
              <a:t>화면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4318000" y="7518400"/>
            <a:ext cx="1930400" cy="2667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ctr">
              <a:lnSpc>
                <a:spcPct val="124499"/>
              </a:lnSpc>
            </a:pPr>
            <a:r>
              <a:rPr lang="ko-KR" sz="1500" b="0" i="0" u="none" strike="noStrike">
                <a:solidFill>
                  <a:srgbClr val="FFFFFF"/>
                </a:solidFill>
                <a:ea typeface="Atomy Medium"/>
              </a:rPr>
              <a:t>회원가입</a:t>
            </a:r>
            <a:r>
              <a:rPr lang="en-US" sz="1500" b="0" i="0" u="none" strike="noStrike">
                <a:solidFill>
                  <a:srgbClr val="FFFFFF"/>
                </a:solidFill>
                <a:latin typeface="Atomy Medium"/>
              </a:rPr>
              <a:t> </a:t>
            </a:r>
            <a:r>
              <a:rPr lang="ko-KR" sz="1500" b="0" i="0" u="none" strike="noStrike">
                <a:solidFill>
                  <a:srgbClr val="FFFFFF"/>
                </a:solidFill>
                <a:ea typeface="Atomy Medium"/>
              </a:rPr>
              <a:t>화면</a:t>
            </a:r>
            <a:r>
              <a:rPr lang="en-US" sz="1500" b="0" i="0" u="none" strike="noStrike">
                <a:solidFill>
                  <a:srgbClr val="FFFFFF"/>
                </a:solidFill>
                <a:latin typeface="Atomy Medium"/>
              </a:rPr>
              <a:t> 1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9588500" y="4686300"/>
            <a:ext cx="6629400" cy="4064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l">
              <a:lnSpc>
                <a:spcPct val="124499"/>
              </a:lnSpc>
            </a:pPr>
            <a:r>
              <a:rPr lang="en-US" sz="2300" b="0" i="0" u="none" strike="noStrike">
                <a:solidFill>
                  <a:srgbClr val="010149"/>
                </a:solidFill>
                <a:latin typeface="Atomy Medium"/>
              </a:rPr>
              <a:t>     </a:t>
            </a:r>
            <a:r>
              <a:rPr lang="ko-KR" sz="2300" b="0" i="0" u="none" strike="noStrike">
                <a:solidFill>
                  <a:srgbClr val="010149"/>
                </a:solidFill>
                <a:ea typeface="Atomy Medium"/>
              </a:rPr>
              <a:t>기본적인</a:t>
            </a:r>
            <a:r>
              <a:rPr lang="en-US" sz="2300" b="0" i="0" u="none" strike="noStrike">
                <a:solidFill>
                  <a:srgbClr val="010149"/>
                </a:solidFill>
                <a:latin typeface="Atomy Medium"/>
              </a:rPr>
              <a:t> </a:t>
            </a:r>
            <a:r>
              <a:rPr lang="ko-KR" sz="2300" b="0" i="0" u="none" strike="noStrike">
                <a:solidFill>
                  <a:srgbClr val="010149"/>
                </a:solidFill>
                <a:ea typeface="Atomy Medium"/>
              </a:rPr>
              <a:t>유저의</a:t>
            </a:r>
            <a:r>
              <a:rPr lang="en-US" sz="2300" b="0" i="0" u="none" strike="noStrike">
                <a:solidFill>
                  <a:srgbClr val="010149"/>
                </a:solidFill>
                <a:latin typeface="Atomy Medium"/>
              </a:rPr>
              <a:t> </a:t>
            </a:r>
            <a:r>
              <a:rPr lang="ko-KR" sz="2300" b="0" i="0" u="none" strike="noStrike">
                <a:solidFill>
                  <a:srgbClr val="010149"/>
                </a:solidFill>
                <a:ea typeface="Atomy Medium"/>
              </a:rPr>
              <a:t>정보</a:t>
            </a:r>
          </a:p>
        </p:txBody>
      </p:sp>
      <p:pic>
        <p:nvPicPr>
          <p:cNvPr id="16" name="Picture 16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9652000" y="4762500"/>
            <a:ext cx="190500" cy="292100"/>
          </a:xfrm>
          <a:prstGeom prst="rect">
            <a:avLst/>
          </a:prstGeom>
        </p:spPr>
      </p:pic>
      <p:sp>
        <p:nvSpPr>
          <p:cNvPr id="17" name="TextBox 17"/>
          <p:cNvSpPr txBox="1"/>
          <p:nvPr/>
        </p:nvSpPr>
        <p:spPr>
          <a:xfrm>
            <a:off x="9588500" y="5397500"/>
            <a:ext cx="6616700" cy="16256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l">
              <a:lnSpc>
                <a:spcPct val="157700"/>
              </a:lnSpc>
            </a:pPr>
            <a:r>
              <a:rPr lang="ko-KR" sz="1800" b="0" i="0" u="none" strike="noStrike">
                <a:solidFill>
                  <a:srgbClr val="010149"/>
                </a:solidFill>
                <a:ea typeface="Atomy Light"/>
              </a:rPr>
              <a:t>현재</a:t>
            </a:r>
            <a:r>
              <a:rPr lang="en-US" sz="1800" b="0" i="0" u="none" strike="noStrike">
                <a:solidFill>
                  <a:srgbClr val="010149"/>
                </a:solidFill>
                <a:latin typeface="Atomy Light"/>
              </a:rPr>
              <a:t> </a:t>
            </a:r>
            <a:r>
              <a:rPr lang="ko-KR" sz="1800" b="0" i="0" u="none" strike="noStrike">
                <a:solidFill>
                  <a:srgbClr val="010149"/>
                </a:solidFill>
                <a:ea typeface="Atomy Light"/>
              </a:rPr>
              <a:t>윈도우에서</a:t>
            </a:r>
            <a:r>
              <a:rPr lang="en-US" sz="1800" b="0" i="0" u="none" strike="noStrike">
                <a:solidFill>
                  <a:srgbClr val="010149"/>
                </a:solidFill>
                <a:latin typeface="Atomy Light"/>
              </a:rPr>
              <a:t> </a:t>
            </a:r>
            <a:r>
              <a:rPr lang="ko-KR" sz="1800" b="0" i="0" u="none" strike="noStrike">
                <a:solidFill>
                  <a:srgbClr val="010149"/>
                </a:solidFill>
                <a:ea typeface="Atomy Light"/>
              </a:rPr>
              <a:t>로그인</a:t>
            </a:r>
            <a:r>
              <a:rPr lang="en-US" sz="1800" b="0" i="0" u="none" strike="noStrike">
                <a:solidFill>
                  <a:srgbClr val="010149"/>
                </a:solidFill>
                <a:latin typeface="Atomy Light"/>
              </a:rPr>
              <a:t> </a:t>
            </a:r>
            <a:r>
              <a:rPr lang="ko-KR" sz="1800" b="0" i="0" u="none" strike="noStrike">
                <a:solidFill>
                  <a:srgbClr val="010149"/>
                </a:solidFill>
                <a:ea typeface="Atomy Light"/>
              </a:rPr>
              <a:t>창</a:t>
            </a:r>
            <a:r>
              <a:rPr lang="en-US" sz="1800" b="0" i="0" u="none" strike="noStrike">
                <a:solidFill>
                  <a:srgbClr val="010149"/>
                </a:solidFill>
                <a:latin typeface="Atomy Light"/>
              </a:rPr>
              <a:t> </a:t>
            </a:r>
            <a:r>
              <a:rPr lang="ko-KR" sz="1800" b="0" i="0" u="none" strike="noStrike">
                <a:solidFill>
                  <a:srgbClr val="010149"/>
                </a:solidFill>
                <a:ea typeface="Atomy Light"/>
              </a:rPr>
              <a:t>띄우기</a:t>
            </a:r>
          </a:p>
          <a:p>
            <a:pPr lvl="0" algn="l">
              <a:lnSpc>
                <a:spcPct val="157700"/>
              </a:lnSpc>
            </a:pPr>
            <a:r>
              <a:rPr lang="ko-KR" sz="1800" b="0" i="0" u="none" strike="noStrike">
                <a:solidFill>
                  <a:srgbClr val="010149"/>
                </a:solidFill>
                <a:ea typeface="Atomy Light"/>
              </a:rPr>
              <a:t>아이디</a:t>
            </a:r>
            <a:r>
              <a:rPr lang="en-US" sz="1800" b="0" i="0" u="none" strike="noStrike">
                <a:solidFill>
                  <a:srgbClr val="010149"/>
                </a:solidFill>
                <a:latin typeface="Atomy Light"/>
              </a:rPr>
              <a:t> </a:t>
            </a:r>
            <a:r>
              <a:rPr lang="ko-KR" sz="1800" b="0" i="0" u="none" strike="noStrike">
                <a:solidFill>
                  <a:srgbClr val="010149"/>
                </a:solidFill>
                <a:ea typeface="Atomy Light"/>
              </a:rPr>
              <a:t>중복</a:t>
            </a:r>
            <a:r>
              <a:rPr lang="en-US" sz="1800" b="0" i="0" u="none" strike="noStrike">
                <a:solidFill>
                  <a:srgbClr val="010149"/>
                </a:solidFill>
                <a:latin typeface="Atomy Light"/>
              </a:rPr>
              <a:t> </a:t>
            </a:r>
            <a:r>
              <a:rPr lang="ko-KR" sz="1800" b="0" i="0" u="none" strike="noStrike">
                <a:solidFill>
                  <a:srgbClr val="010149"/>
                </a:solidFill>
                <a:ea typeface="Atomy Light"/>
              </a:rPr>
              <a:t>방지</a:t>
            </a:r>
            <a:r>
              <a:rPr lang="en-US" sz="1800" b="0" i="0" u="none" strike="noStrike">
                <a:solidFill>
                  <a:srgbClr val="010149"/>
                </a:solidFill>
                <a:latin typeface="Atomy Light"/>
              </a:rPr>
              <a:t> </a:t>
            </a:r>
            <a:r>
              <a:rPr lang="ko-KR" sz="1800" b="0" i="0" u="none" strike="noStrike">
                <a:solidFill>
                  <a:srgbClr val="010149"/>
                </a:solidFill>
                <a:ea typeface="Atomy Light"/>
              </a:rPr>
              <a:t>기능</a:t>
            </a:r>
            <a:r>
              <a:rPr lang="en-US" sz="1800" b="0" i="0" u="none" strike="noStrike">
                <a:solidFill>
                  <a:srgbClr val="010149"/>
                </a:solidFill>
                <a:latin typeface="Atomy Light"/>
              </a:rPr>
              <a:t> </a:t>
            </a:r>
            <a:r>
              <a:rPr lang="ko-KR" sz="1800" b="0" i="0" u="none" strike="noStrike">
                <a:solidFill>
                  <a:srgbClr val="010149"/>
                </a:solidFill>
                <a:ea typeface="Atomy Light"/>
              </a:rPr>
              <a:t>구현</a:t>
            </a:r>
          </a:p>
          <a:p>
            <a:pPr lvl="0" algn="l">
              <a:lnSpc>
                <a:spcPct val="157700"/>
              </a:lnSpc>
            </a:pPr>
            <a:r>
              <a:rPr lang="ko-KR" sz="1800" b="0" i="0" u="none" strike="noStrike">
                <a:solidFill>
                  <a:srgbClr val="010149"/>
                </a:solidFill>
                <a:ea typeface="Atomy Light"/>
              </a:rPr>
              <a:t>비밀번호</a:t>
            </a:r>
            <a:r>
              <a:rPr lang="en-US" sz="1800" b="0" i="0" u="none" strike="noStrike">
                <a:solidFill>
                  <a:srgbClr val="010149"/>
                </a:solidFill>
                <a:latin typeface="Atomy Light"/>
              </a:rPr>
              <a:t> </a:t>
            </a:r>
            <a:r>
              <a:rPr lang="ko-KR" sz="1800" b="0" i="0" u="none" strike="noStrike">
                <a:solidFill>
                  <a:srgbClr val="010149"/>
                </a:solidFill>
                <a:ea typeface="Atomy Light"/>
              </a:rPr>
              <a:t>최소</a:t>
            </a:r>
            <a:r>
              <a:rPr lang="en-US" sz="1800" b="0" i="0" u="none" strike="noStrike">
                <a:solidFill>
                  <a:srgbClr val="010149"/>
                </a:solidFill>
                <a:latin typeface="Atomy Light"/>
              </a:rPr>
              <a:t> </a:t>
            </a:r>
            <a:r>
              <a:rPr lang="ko-KR" sz="1800" b="0" i="0" u="none" strike="noStrike">
                <a:solidFill>
                  <a:srgbClr val="010149"/>
                </a:solidFill>
                <a:ea typeface="Atomy Light"/>
              </a:rPr>
              <a:t>길이</a:t>
            </a:r>
            <a:r>
              <a:rPr lang="en-US" sz="1800" b="0" i="0" u="none" strike="noStrike">
                <a:solidFill>
                  <a:srgbClr val="010149"/>
                </a:solidFill>
                <a:latin typeface="Atomy Light"/>
              </a:rPr>
              <a:t>, </a:t>
            </a:r>
            <a:r>
              <a:rPr lang="ko-KR" sz="1800" b="0" i="0" u="none" strike="noStrike">
                <a:solidFill>
                  <a:srgbClr val="010149"/>
                </a:solidFill>
                <a:ea typeface="Atomy Light"/>
              </a:rPr>
              <a:t>재입력</a:t>
            </a:r>
            <a:r>
              <a:rPr lang="en-US" sz="1800" b="0" i="0" u="none" strike="noStrike">
                <a:solidFill>
                  <a:srgbClr val="010149"/>
                </a:solidFill>
                <a:latin typeface="Atomy Light"/>
              </a:rPr>
              <a:t> </a:t>
            </a:r>
            <a:r>
              <a:rPr lang="ko-KR" sz="1800" b="0" i="0" u="none" strike="noStrike">
                <a:solidFill>
                  <a:srgbClr val="010149"/>
                </a:solidFill>
                <a:ea typeface="Atomy Light"/>
              </a:rPr>
              <a:t>일치</a:t>
            </a:r>
            <a:r>
              <a:rPr lang="en-US" sz="1800" b="0" i="0" u="none" strike="noStrike">
                <a:solidFill>
                  <a:srgbClr val="010149"/>
                </a:solidFill>
                <a:latin typeface="Atomy Light"/>
              </a:rPr>
              <a:t> </a:t>
            </a:r>
            <a:r>
              <a:rPr lang="ko-KR" sz="1800" b="0" i="0" u="none" strike="noStrike">
                <a:solidFill>
                  <a:srgbClr val="010149"/>
                </a:solidFill>
                <a:ea typeface="Atomy Light"/>
              </a:rPr>
              <a:t>절차</a:t>
            </a:r>
            <a:r>
              <a:rPr lang="en-US" sz="1800" b="0" i="0" u="none" strike="noStrike">
                <a:solidFill>
                  <a:srgbClr val="010149"/>
                </a:solidFill>
                <a:latin typeface="Atomy Light"/>
              </a:rPr>
              <a:t> </a:t>
            </a:r>
            <a:r>
              <a:rPr lang="ko-KR" sz="1800" b="0" i="0" u="none" strike="noStrike">
                <a:solidFill>
                  <a:srgbClr val="010149"/>
                </a:solidFill>
                <a:ea typeface="Atomy Light"/>
              </a:rPr>
              <a:t>구현</a:t>
            </a:r>
          </a:p>
          <a:p>
            <a:pPr lvl="0" algn="l">
              <a:lnSpc>
                <a:spcPct val="157700"/>
              </a:lnSpc>
            </a:pPr>
            <a:r>
              <a:rPr lang="ko-KR" sz="1800" b="0" i="0" u="none" strike="noStrike">
                <a:solidFill>
                  <a:srgbClr val="010149"/>
                </a:solidFill>
                <a:ea typeface="Atomy Light"/>
              </a:rPr>
              <a:t>필수</a:t>
            </a:r>
            <a:r>
              <a:rPr lang="en-US" sz="1800" b="0" i="0" u="none" strike="noStrike">
                <a:solidFill>
                  <a:srgbClr val="010149"/>
                </a:solidFill>
                <a:latin typeface="Atomy Light"/>
              </a:rPr>
              <a:t> </a:t>
            </a:r>
            <a:r>
              <a:rPr lang="ko-KR" sz="1800" b="0" i="0" u="none" strike="noStrike">
                <a:solidFill>
                  <a:srgbClr val="010149"/>
                </a:solidFill>
                <a:ea typeface="Atomy Light"/>
              </a:rPr>
              <a:t>입력</a:t>
            </a:r>
            <a:r>
              <a:rPr lang="en-US" sz="1800" b="0" i="0" u="none" strike="noStrike">
                <a:solidFill>
                  <a:srgbClr val="010149"/>
                </a:solidFill>
                <a:latin typeface="Atomy Light"/>
              </a:rPr>
              <a:t> </a:t>
            </a:r>
            <a:r>
              <a:rPr lang="ko-KR" sz="1800" b="0" i="0" u="none" strike="noStrike">
                <a:solidFill>
                  <a:srgbClr val="010149"/>
                </a:solidFill>
                <a:ea typeface="Atomy Light"/>
              </a:rPr>
              <a:t>정보란에</a:t>
            </a:r>
            <a:r>
              <a:rPr lang="en-US" sz="1800" b="0" i="0" u="none" strike="noStrike">
                <a:solidFill>
                  <a:srgbClr val="010149"/>
                </a:solidFill>
                <a:latin typeface="Atomy Light"/>
              </a:rPr>
              <a:t> </a:t>
            </a:r>
            <a:r>
              <a:rPr lang="ko-KR" sz="1800" b="0" i="0" u="none" strike="noStrike">
                <a:solidFill>
                  <a:srgbClr val="010149"/>
                </a:solidFill>
                <a:ea typeface="Atomy Light"/>
              </a:rPr>
              <a:t>따라</a:t>
            </a:r>
            <a:r>
              <a:rPr lang="en-US" sz="1800" b="0" i="0" u="none" strike="noStrike">
                <a:solidFill>
                  <a:srgbClr val="010149"/>
                </a:solidFill>
                <a:latin typeface="Atomy Light"/>
              </a:rPr>
              <a:t> </a:t>
            </a:r>
            <a:r>
              <a:rPr lang="ko-KR" sz="1800" b="0" i="0" u="none" strike="noStrike">
                <a:solidFill>
                  <a:srgbClr val="010149"/>
                </a:solidFill>
                <a:ea typeface="Atomy Light"/>
              </a:rPr>
              <a:t>회원가입</a:t>
            </a:r>
            <a:r>
              <a:rPr lang="en-US" sz="1800" b="0" i="0" u="none" strike="noStrike">
                <a:solidFill>
                  <a:srgbClr val="010149"/>
                </a:solidFill>
                <a:latin typeface="Atomy Light"/>
              </a:rPr>
              <a:t> </a:t>
            </a:r>
            <a:r>
              <a:rPr lang="ko-KR" sz="1800" b="0" i="0" u="none" strike="noStrike">
                <a:solidFill>
                  <a:srgbClr val="010149"/>
                </a:solidFill>
                <a:ea typeface="Atomy Light"/>
              </a:rPr>
              <a:t>완료</a:t>
            </a:r>
            <a:r>
              <a:rPr lang="en-US" sz="1800" b="0" i="0" u="none" strike="noStrike">
                <a:solidFill>
                  <a:srgbClr val="010149"/>
                </a:solidFill>
                <a:latin typeface="Atomy Light"/>
              </a:rPr>
              <a:t> </a:t>
            </a:r>
            <a:r>
              <a:rPr lang="ko-KR" sz="1800" b="0" i="0" u="none" strike="noStrike">
                <a:solidFill>
                  <a:srgbClr val="010149"/>
                </a:solidFill>
                <a:ea typeface="Atomy Light"/>
              </a:rPr>
              <a:t>버튼</a:t>
            </a:r>
            <a:r>
              <a:rPr lang="en-US" sz="1800" b="0" i="0" u="none" strike="noStrike">
                <a:solidFill>
                  <a:srgbClr val="010149"/>
                </a:solidFill>
                <a:latin typeface="Atomy Light"/>
              </a:rPr>
              <a:t> </a:t>
            </a:r>
            <a:r>
              <a:rPr lang="ko-KR" sz="1800" b="0" i="0" u="none" strike="noStrike">
                <a:solidFill>
                  <a:srgbClr val="010149"/>
                </a:solidFill>
                <a:ea typeface="Atomy Light"/>
              </a:rPr>
              <a:t>활성화</a:t>
            </a:r>
            <a:r>
              <a:rPr lang="en-US" sz="1800" b="0" i="0" u="none" strike="noStrike">
                <a:solidFill>
                  <a:srgbClr val="010149"/>
                </a:solidFill>
                <a:latin typeface="Atomy Light"/>
              </a:rPr>
              <a:t> / </a:t>
            </a:r>
            <a:r>
              <a:rPr lang="ko-KR" sz="1800" b="0" i="0" u="none" strike="noStrike">
                <a:solidFill>
                  <a:srgbClr val="010149"/>
                </a:solidFill>
                <a:ea typeface="Atomy Light"/>
              </a:rPr>
              <a:t>비활성화</a:t>
            </a:r>
            <a:r>
              <a:rPr lang="en-US" sz="1800" b="0" i="0" u="none" strike="noStrike">
                <a:solidFill>
                  <a:srgbClr val="010149"/>
                </a:solidFill>
                <a:latin typeface="Atomy Light"/>
              </a:rPr>
              <a:t> </a:t>
            </a:r>
          </a:p>
        </p:txBody>
      </p:sp>
      <p:pic>
        <p:nvPicPr>
          <p:cNvPr id="18" name="Picture 18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6807200" y="5054600"/>
            <a:ext cx="2463800" cy="2349500"/>
          </a:xfrm>
          <a:prstGeom prst="rect">
            <a:avLst/>
          </a:prstGeom>
        </p:spPr>
      </p:pic>
      <p:pic>
        <p:nvPicPr>
          <p:cNvPr id="19" name="Picture 19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 rot="10800000">
            <a:off x="7010400" y="7378700"/>
            <a:ext cx="2070100" cy="558800"/>
          </a:xfrm>
          <a:prstGeom prst="rect">
            <a:avLst/>
          </a:prstGeom>
        </p:spPr>
      </p:pic>
      <p:sp>
        <p:nvSpPr>
          <p:cNvPr id="20" name="TextBox 20"/>
          <p:cNvSpPr txBox="1"/>
          <p:nvPr/>
        </p:nvSpPr>
        <p:spPr>
          <a:xfrm>
            <a:off x="7086600" y="7518400"/>
            <a:ext cx="1930400" cy="2667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ctr">
              <a:lnSpc>
                <a:spcPct val="124499"/>
              </a:lnSpc>
            </a:pPr>
            <a:r>
              <a:rPr lang="ko-KR" sz="1500" b="0" i="0" u="none" strike="noStrike">
                <a:solidFill>
                  <a:srgbClr val="FFFFFF"/>
                </a:solidFill>
                <a:ea typeface="Atomy Medium"/>
              </a:rPr>
              <a:t>회원가입</a:t>
            </a:r>
            <a:r>
              <a:rPr lang="en-US" sz="1500" b="0" i="0" u="none" strike="noStrike">
                <a:solidFill>
                  <a:srgbClr val="FFFFFF"/>
                </a:solidFill>
                <a:latin typeface="Atomy Medium"/>
              </a:rPr>
              <a:t> </a:t>
            </a:r>
            <a:r>
              <a:rPr lang="ko-KR" sz="1500" b="0" i="0" u="none" strike="noStrike">
                <a:solidFill>
                  <a:srgbClr val="FFFFFF"/>
                </a:solidFill>
                <a:ea typeface="Atomy Medium"/>
              </a:rPr>
              <a:t>화면</a:t>
            </a:r>
            <a:r>
              <a:rPr lang="en-US" sz="1500" b="0" i="0" u="none" strike="noStrike">
                <a:solidFill>
                  <a:srgbClr val="FFFFFF"/>
                </a:solidFill>
                <a:latin typeface="Atomy Medium"/>
              </a:rPr>
              <a:t> 2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4F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5000" y="1193800"/>
            <a:ext cx="17030700" cy="8407400"/>
          </a:xfrm>
          <a:prstGeom prst="rect">
            <a:avLst/>
          </a:prstGeom>
        </p:spPr>
      </p:pic>
      <p:pic>
        <p:nvPicPr>
          <p:cNvPr id="3" name="Picture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64300" y="469900"/>
            <a:ext cx="5346700" cy="736600"/>
          </a:xfrm>
          <a:prstGeom prst="rect">
            <a:avLst/>
          </a:prstGeom>
        </p:spPr>
      </p:pic>
      <p:pic>
        <p:nvPicPr>
          <p:cNvPr id="4" name="Picture 4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3462000" y="7112000"/>
            <a:ext cx="5397500" cy="7188200"/>
          </a:xfrm>
          <a:prstGeom prst="rect">
            <a:avLst/>
          </a:prstGeom>
        </p:spPr>
      </p:pic>
      <p:pic>
        <p:nvPicPr>
          <p:cNvPr id="5" name="Picture 5"/>
          <p:cNvPicPr>
            <a:picLocks noChangeAspect="1"/>
          </p:cNvPicPr>
          <p:nvPr/>
        </p:nvPicPr>
        <p:blipFill>
          <a:blip r:embed="rId5">
            <a:alphaModFix amt="30000"/>
          </a:blip>
          <a:stretch>
            <a:fillRect/>
          </a:stretch>
        </p:blipFill>
        <p:spPr>
          <a:xfrm>
            <a:off x="2120900" y="3886200"/>
            <a:ext cx="14046200" cy="12700"/>
          </a:xfrm>
          <a:prstGeom prst="rect">
            <a:avLst/>
          </a:prstGeom>
        </p:spPr>
      </p:pic>
      <p:pic>
        <p:nvPicPr>
          <p:cNvPr id="6" name="Picture 6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 rot="10800000">
            <a:off x="2374900" y="7404100"/>
            <a:ext cx="2590800" cy="698500"/>
          </a:xfrm>
          <a:prstGeom prst="rect">
            <a:avLst/>
          </a:prstGeom>
        </p:spPr>
      </p:pic>
      <p:pic>
        <p:nvPicPr>
          <p:cNvPr id="7" name="Picture 7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2120900" y="4495800"/>
            <a:ext cx="3086100" cy="2933700"/>
          </a:xfrm>
          <a:prstGeom prst="rect">
            <a:avLst/>
          </a:prstGeom>
        </p:spPr>
      </p:pic>
      <p:pic>
        <p:nvPicPr>
          <p:cNvPr id="8" name="Picture 8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5524500" y="4495800"/>
            <a:ext cx="3086100" cy="2933700"/>
          </a:xfrm>
          <a:prstGeom prst="rect">
            <a:avLst/>
          </a:prstGeom>
        </p:spPr>
      </p:pic>
      <p:pic>
        <p:nvPicPr>
          <p:cNvPr id="9" name="Picture 9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 rot="10800000">
            <a:off x="5778500" y="7404100"/>
            <a:ext cx="2590800" cy="698500"/>
          </a:xfrm>
          <a:prstGeom prst="rect">
            <a:avLst/>
          </a:prstGeom>
        </p:spPr>
      </p:pic>
      <p:sp>
        <p:nvSpPr>
          <p:cNvPr id="10" name="TextBox 10"/>
          <p:cNvSpPr txBox="1"/>
          <p:nvPr/>
        </p:nvSpPr>
        <p:spPr>
          <a:xfrm>
            <a:off x="7023100" y="698500"/>
            <a:ext cx="4241800" cy="2667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ctr">
              <a:lnSpc>
                <a:spcPct val="124499"/>
              </a:lnSpc>
            </a:pPr>
            <a:r>
              <a:rPr lang="en-US" sz="1500" b="0" i="0" u="none" strike="noStrike">
                <a:solidFill>
                  <a:srgbClr val="F4F4F4"/>
                </a:solidFill>
                <a:latin typeface="Atomy Medium"/>
              </a:rPr>
              <a:t>2026 </a:t>
            </a:r>
            <a:r>
              <a:rPr lang="ko-KR" sz="1500" b="0" i="0" u="none" strike="noStrike">
                <a:solidFill>
                  <a:srgbClr val="F4F4F4"/>
                </a:solidFill>
                <a:ea typeface="Atomy Medium"/>
              </a:rPr>
              <a:t>캡스톤</a:t>
            </a:r>
            <a:r>
              <a:rPr lang="en-US" sz="1500" b="0" i="0" u="none" strike="noStrike">
                <a:solidFill>
                  <a:srgbClr val="F4F4F4"/>
                </a:solidFill>
                <a:latin typeface="Atomy Medium"/>
              </a:rPr>
              <a:t> </a:t>
            </a:r>
            <a:r>
              <a:rPr lang="ko-KR" sz="1500" b="0" i="0" u="none" strike="noStrike">
                <a:solidFill>
                  <a:srgbClr val="F4F4F4"/>
                </a:solidFill>
                <a:ea typeface="Atomy Medium"/>
              </a:rPr>
              <a:t>디자인</a:t>
            </a:r>
            <a:r>
              <a:rPr lang="en-US" sz="1500" b="0" i="0" u="none" strike="noStrike">
                <a:solidFill>
                  <a:srgbClr val="F4F4F4"/>
                </a:solidFill>
                <a:latin typeface="Atomy Medium"/>
              </a:rPr>
              <a:t> </a:t>
            </a:r>
            <a:r>
              <a:rPr lang="ko-KR" sz="1500" b="0" i="0" u="none" strike="noStrike">
                <a:solidFill>
                  <a:srgbClr val="F4F4F4"/>
                </a:solidFill>
                <a:ea typeface="Atomy Medium"/>
              </a:rPr>
              <a:t>졸업작품</a:t>
            </a:r>
            <a:r>
              <a:rPr lang="en-US" sz="1500" b="0" i="0" u="none" strike="noStrike">
                <a:solidFill>
                  <a:srgbClr val="F4F4F4"/>
                </a:solidFill>
                <a:latin typeface="Atomy Medium"/>
              </a:rPr>
              <a:t> </a:t>
            </a:r>
            <a:r>
              <a:rPr lang="ko-KR" sz="1500" b="0" i="0" u="none" strike="noStrike">
                <a:solidFill>
                  <a:srgbClr val="F4F4F4"/>
                </a:solidFill>
                <a:ea typeface="Atomy Medium"/>
              </a:rPr>
              <a:t>프로젝트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4927600" y="1854200"/>
            <a:ext cx="8432800" cy="11430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ctr">
              <a:lnSpc>
                <a:spcPct val="124499"/>
              </a:lnSpc>
            </a:pPr>
            <a:r>
              <a:rPr lang="en-US" sz="6000" b="0" i="0" u="none" strike="noStrike">
                <a:solidFill>
                  <a:srgbClr val="010149"/>
                </a:solidFill>
                <a:latin typeface="Atomy Medium"/>
              </a:rPr>
              <a:t>UI / UX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4978400" y="3009900"/>
            <a:ext cx="8318500" cy="4445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ctr">
              <a:lnSpc>
                <a:spcPct val="124499"/>
              </a:lnSpc>
            </a:pPr>
            <a:r>
              <a:rPr lang="ko-KR" sz="2500" b="0" i="0" u="none" strike="noStrike">
                <a:solidFill>
                  <a:srgbClr val="010149"/>
                </a:solidFill>
                <a:ea typeface="Atomy Light"/>
              </a:rPr>
              <a:t>기능의</a:t>
            </a:r>
            <a:r>
              <a:rPr lang="en-US" sz="2500" b="0" i="0" u="none" strike="noStrike">
                <a:solidFill>
                  <a:srgbClr val="010149"/>
                </a:solidFill>
                <a:latin typeface="Atomy Light"/>
              </a:rPr>
              <a:t> </a:t>
            </a:r>
            <a:r>
              <a:rPr lang="ko-KR" sz="2500" b="0" i="0" u="none" strike="noStrike">
                <a:solidFill>
                  <a:srgbClr val="010149"/>
                </a:solidFill>
                <a:ea typeface="Atomy Light"/>
              </a:rPr>
              <a:t>전체적인</a:t>
            </a:r>
            <a:r>
              <a:rPr lang="en-US" sz="2500" b="0" i="0" u="none" strike="noStrike">
                <a:solidFill>
                  <a:srgbClr val="010149"/>
                </a:solidFill>
                <a:latin typeface="Atomy Light"/>
              </a:rPr>
              <a:t> </a:t>
            </a:r>
            <a:r>
              <a:rPr lang="ko-KR" sz="2500" b="0" i="0" u="none" strike="noStrike">
                <a:solidFill>
                  <a:srgbClr val="010149"/>
                </a:solidFill>
                <a:ea typeface="Atomy Light"/>
              </a:rPr>
              <a:t>흐름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2463800" y="7569200"/>
            <a:ext cx="2413000" cy="3429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ctr">
              <a:lnSpc>
                <a:spcPct val="124499"/>
              </a:lnSpc>
            </a:pPr>
            <a:r>
              <a:rPr lang="ko-KR" sz="1900" b="0" i="0" u="none" strike="noStrike">
                <a:solidFill>
                  <a:srgbClr val="FFFFFF"/>
                </a:solidFill>
                <a:ea typeface="Atomy Medium"/>
              </a:rPr>
              <a:t>요약</a:t>
            </a:r>
            <a:r>
              <a:rPr lang="en-US" sz="1900" b="0" i="0" u="none" strike="noStrike">
                <a:solidFill>
                  <a:srgbClr val="FFFFFF"/>
                </a:solidFill>
                <a:latin typeface="Atomy Medium"/>
              </a:rPr>
              <a:t> </a:t>
            </a:r>
            <a:r>
              <a:rPr lang="ko-KR" sz="1900" b="0" i="0" u="none" strike="noStrike">
                <a:solidFill>
                  <a:srgbClr val="FFFFFF"/>
                </a:solidFill>
                <a:ea typeface="Atomy Medium"/>
              </a:rPr>
              <a:t>화면</a:t>
            </a:r>
            <a:r>
              <a:rPr lang="en-US" sz="1900" b="0" i="0" u="none" strike="noStrike">
                <a:solidFill>
                  <a:srgbClr val="FFFFFF"/>
                </a:solidFill>
                <a:latin typeface="Atomy Medium"/>
              </a:rPr>
              <a:t> 1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5867400" y="7569200"/>
            <a:ext cx="2413000" cy="3429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ctr">
              <a:lnSpc>
                <a:spcPct val="124499"/>
              </a:lnSpc>
            </a:pPr>
            <a:r>
              <a:rPr lang="ko-KR" sz="1900" b="0" i="0" u="none" strike="noStrike">
                <a:solidFill>
                  <a:srgbClr val="FFFFFF"/>
                </a:solidFill>
                <a:ea typeface="Atomy Medium"/>
              </a:rPr>
              <a:t>요약</a:t>
            </a:r>
            <a:r>
              <a:rPr lang="en-US" sz="1900" b="0" i="0" u="none" strike="noStrike">
                <a:solidFill>
                  <a:srgbClr val="FFFFFF"/>
                </a:solidFill>
                <a:latin typeface="Atomy Medium"/>
              </a:rPr>
              <a:t> </a:t>
            </a:r>
            <a:r>
              <a:rPr lang="ko-KR" sz="1900" b="0" i="0" u="none" strike="noStrike">
                <a:solidFill>
                  <a:srgbClr val="FFFFFF"/>
                </a:solidFill>
                <a:ea typeface="Atomy Medium"/>
              </a:rPr>
              <a:t>화면</a:t>
            </a:r>
            <a:r>
              <a:rPr lang="en-US" sz="1900" b="0" i="0" u="none" strike="noStrike">
                <a:solidFill>
                  <a:srgbClr val="FFFFFF"/>
                </a:solidFill>
                <a:latin typeface="Atomy Medium"/>
              </a:rPr>
              <a:t> 2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9588500" y="4686300"/>
            <a:ext cx="6629400" cy="4064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l">
              <a:lnSpc>
                <a:spcPct val="124499"/>
              </a:lnSpc>
            </a:pPr>
            <a:r>
              <a:rPr lang="en-US" sz="2300" b="0" i="0" u="none" strike="noStrike">
                <a:solidFill>
                  <a:srgbClr val="010149"/>
                </a:solidFill>
                <a:latin typeface="Atomy Medium"/>
              </a:rPr>
              <a:t>     </a:t>
            </a:r>
            <a:r>
              <a:rPr lang="ko-KR" sz="2300" b="0" i="0" u="none" strike="noStrike">
                <a:solidFill>
                  <a:srgbClr val="010149"/>
                </a:solidFill>
                <a:ea typeface="Atomy Medium"/>
              </a:rPr>
              <a:t>생각했던</a:t>
            </a:r>
            <a:r>
              <a:rPr lang="en-US" sz="2300" b="0" i="0" u="none" strike="noStrike">
                <a:solidFill>
                  <a:srgbClr val="010149"/>
                </a:solidFill>
                <a:latin typeface="Atomy Medium"/>
              </a:rPr>
              <a:t> </a:t>
            </a:r>
            <a:r>
              <a:rPr lang="ko-KR" sz="2300" b="0" i="0" u="none" strike="noStrike">
                <a:solidFill>
                  <a:srgbClr val="010149"/>
                </a:solidFill>
                <a:ea typeface="Atomy Medium"/>
              </a:rPr>
              <a:t>기능의</a:t>
            </a:r>
            <a:r>
              <a:rPr lang="en-US" sz="2300" b="0" i="0" u="none" strike="noStrike">
                <a:solidFill>
                  <a:srgbClr val="010149"/>
                </a:solidFill>
                <a:latin typeface="Atomy Medium"/>
              </a:rPr>
              <a:t> </a:t>
            </a:r>
            <a:r>
              <a:rPr lang="ko-KR" sz="2300" b="0" i="0" u="none" strike="noStrike">
                <a:solidFill>
                  <a:srgbClr val="010149"/>
                </a:solidFill>
                <a:ea typeface="Atomy Medium"/>
              </a:rPr>
              <a:t>전체적인</a:t>
            </a:r>
            <a:r>
              <a:rPr lang="en-US" sz="2300" b="0" i="0" u="none" strike="noStrike">
                <a:solidFill>
                  <a:srgbClr val="010149"/>
                </a:solidFill>
                <a:latin typeface="Atomy Medium"/>
              </a:rPr>
              <a:t> </a:t>
            </a:r>
            <a:r>
              <a:rPr lang="ko-KR" sz="2300" b="0" i="0" u="none" strike="noStrike">
                <a:solidFill>
                  <a:srgbClr val="010149"/>
                </a:solidFill>
                <a:ea typeface="Atomy Medium"/>
              </a:rPr>
              <a:t>흐름</a:t>
            </a:r>
          </a:p>
        </p:txBody>
      </p:sp>
      <p:pic>
        <p:nvPicPr>
          <p:cNvPr id="16" name="Picture 16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9652000" y="4762500"/>
            <a:ext cx="190500" cy="292100"/>
          </a:xfrm>
          <a:prstGeom prst="rect">
            <a:avLst/>
          </a:prstGeom>
        </p:spPr>
      </p:pic>
      <p:sp>
        <p:nvSpPr>
          <p:cNvPr id="17" name="TextBox 17"/>
          <p:cNvSpPr txBox="1"/>
          <p:nvPr/>
        </p:nvSpPr>
        <p:spPr>
          <a:xfrm>
            <a:off x="9588500" y="5613400"/>
            <a:ext cx="6616700" cy="11938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l">
              <a:lnSpc>
                <a:spcPct val="157700"/>
              </a:lnSpc>
            </a:pPr>
            <a:r>
              <a:rPr lang="ko-KR" sz="1800" b="0" i="0" u="none" strike="noStrike">
                <a:solidFill>
                  <a:srgbClr val="010149"/>
                </a:solidFill>
                <a:ea typeface="Atomy Light"/>
              </a:rPr>
              <a:t>원하는</a:t>
            </a:r>
            <a:r>
              <a:rPr lang="en-US" sz="1800" b="0" i="0" u="none" strike="noStrike">
                <a:solidFill>
                  <a:srgbClr val="010149"/>
                </a:solidFill>
                <a:latin typeface="Atomy Light"/>
              </a:rPr>
              <a:t> </a:t>
            </a:r>
            <a:r>
              <a:rPr lang="ko-KR" sz="1800" b="0" i="0" u="none" strike="noStrike">
                <a:solidFill>
                  <a:srgbClr val="010149"/>
                </a:solidFill>
                <a:ea typeface="Atomy Light"/>
              </a:rPr>
              <a:t>이름으로</a:t>
            </a:r>
            <a:r>
              <a:rPr lang="en-US" sz="1800" b="0" i="0" u="none" strike="noStrike">
                <a:solidFill>
                  <a:srgbClr val="010149"/>
                </a:solidFill>
                <a:latin typeface="Atomy Light"/>
              </a:rPr>
              <a:t> </a:t>
            </a:r>
            <a:r>
              <a:rPr lang="ko-KR" sz="1800" b="0" i="0" u="none" strike="noStrike">
                <a:solidFill>
                  <a:srgbClr val="010149"/>
                </a:solidFill>
                <a:ea typeface="Atomy Light"/>
              </a:rPr>
              <a:t>강의</a:t>
            </a:r>
            <a:r>
              <a:rPr lang="en-US" sz="1800" b="0" i="0" u="none" strike="noStrike">
                <a:solidFill>
                  <a:srgbClr val="010149"/>
                </a:solidFill>
                <a:latin typeface="Atomy Light"/>
              </a:rPr>
              <a:t> </a:t>
            </a:r>
            <a:r>
              <a:rPr lang="ko-KR" sz="1800" b="0" i="0" u="none" strike="noStrike">
                <a:solidFill>
                  <a:srgbClr val="010149"/>
                </a:solidFill>
                <a:ea typeface="Atomy Light"/>
              </a:rPr>
              <a:t>제목</a:t>
            </a:r>
            <a:r>
              <a:rPr lang="en-US" sz="1800" b="0" i="0" u="none" strike="noStrike">
                <a:solidFill>
                  <a:srgbClr val="010149"/>
                </a:solidFill>
                <a:latin typeface="Atomy Light"/>
              </a:rPr>
              <a:t> </a:t>
            </a:r>
            <a:r>
              <a:rPr lang="ko-KR" sz="1800" b="0" i="0" u="none" strike="noStrike">
                <a:solidFill>
                  <a:srgbClr val="010149"/>
                </a:solidFill>
                <a:ea typeface="Atomy Light"/>
              </a:rPr>
              <a:t>설정</a:t>
            </a:r>
            <a:r>
              <a:rPr lang="en-US" sz="1800" b="0" i="0" u="none" strike="noStrike">
                <a:solidFill>
                  <a:srgbClr val="010149"/>
                </a:solidFill>
                <a:latin typeface="Atomy Light"/>
              </a:rPr>
              <a:t> </a:t>
            </a:r>
            <a:r>
              <a:rPr lang="ko-KR" sz="1800" b="0" i="0" u="none" strike="noStrike">
                <a:solidFill>
                  <a:srgbClr val="010149"/>
                </a:solidFill>
                <a:ea typeface="Atomy Light"/>
              </a:rPr>
              <a:t>가능</a:t>
            </a:r>
          </a:p>
          <a:p>
            <a:pPr lvl="0" algn="l">
              <a:lnSpc>
                <a:spcPct val="157700"/>
              </a:lnSpc>
            </a:pPr>
            <a:r>
              <a:rPr lang="ko-KR" sz="1800" b="0" i="0" u="none" strike="noStrike">
                <a:solidFill>
                  <a:srgbClr val="010149"/>
                </a:solidFill>
                <a:ea typeface="Atomy Light"/>
              </a:rPr>
              <a:t>원하는</a:t>
            </a:r>
            <a:r>
              <a:rPr lang="en-US" sz="1800" b="0" i="0" u="none" strike="noStrike">
                <a:solidFill>
                  <a:srgbClr val="010149"/>
                </a:solidFill>
                <a:latin typeface="Atomy Light"/>
              </a:rPr>
              <a:t> </a:t>
            </a:r>
            <a:r>
              <a:rPr lang="ko-KR" sz="1800" b="0" i="0" u="none" strike="noStrike">
                <a:solidFill>
                  <a:srgbClr val="010149"/>
                </a:solidFill>
                <a:ea typeface="Atomy Light"/>
              </a:rPr>
              <a:t>영상의</a:t>
            </a:r>
            <a:r>
              <a:rPr lang="en-US" sz="1800" b="0" i="0" u="none" strike="noStrike">
                <a:solidFill>
                  <a:srgbClr val="010149"/>
                </a:solidFill>
                <a:latin typeface="Atomy Light"/>
              </a:rPr>
              <a:t> </a:t>
            </a:r>
            <a:r>
              <a:rPr lang="ko-KR" sz="1800" b="0" i="0" u="none" strike="noStrike">
                <a:solidFill>
                  <a:srgbClr val="010149"/>
                </a:solidFill>
                <a:ea typeface="Atomy Light"/>
              </a:rPr>
              <a:t>유튜브</a:t>
            </a:r>
            <a:r>
              <a:rPr lang="en-US" sz="1800" b="0" i="0" u="none" strike="noStrike">
                <a:solidFill>
                  <a:srgbClr val="010149"/>
                </a:solidFill>
                <a:latin typeface="Atomy Light"/>
              </a:rPr>
              <a:t> </a:t>
            </a:r>
            <a:r>
              <a:rPr lang="ko-KR" sz="1800" b="0" i="0" u="none" strike="noStrike">
                <a:solidFill>
                  <a:srgbClr val="010149"/>
                </a:solidFill>
                <a:ea typeface="Atomy Light"/>
              </a:rPr>
              <a:t>링크를</a:t>
            </a:r>
            <a:r>
              <a:rPr lang="en-US" sz="1800" b="0" i="0" u="none" strike="noStrike">
                <a:solidFill>
                  <a:srgbClr val="010149"/>
                </a:solidFill>
                <a:latin typeface="Atomy Light"/>
              </a:rPr>
              <a:t> </a:t>
            </a:r>
            <a:r>
              <a:rPr lang="ko-KR" sz="1800" b="0" i="0" u="none" strike="noStrike">
                <a:solidFill>
                  <a:srgbClr val="010149"/>
                </a:solidFill>
                <a:ea typeface="Atomy Light"/>
              </a:rPr>
              <a:t>사용해</a:t>
            </a:r>
            <a:r>
              <a:rPr lang="en-US" sz="1800" b="0" i="0" u="none" strike="noStrike">
                <a:solidFill>
                  <a:srgbClr val="010149"/>
                </a:solidFill>
                <a:latin typeface="Atomy Light"/>
              </a:rPr>
              <a:t> </a:t>
            </a:r>
            <a:r>
              <a:rPr lang="ko-KR" sz="1800" b="0" i="0" u="none" strike="noStrike">
                <a:solidFill>
                  <a:srgbClr val="010149"/>
                </a:solidFill>
                <a:ea typeface="Atomy Light"/>
              </a:rPr>
              <a:t>요약</a:t>
            </a:r>
            <a:r>
              <a:rPr lang="en-US" sz="1800" b="0" i="0" u="none" strike="noStrike">
                <a:solidFill>
                  <a:srgbClr val="010149"/>
                </a:solidFill>
                <a:latin typeface="Atomy Light"/>
              </a:rPr>
              <a:t> </a:t>
            </a:r>
            <a:r>
              <a:rPr lang="ko-KR" sz="1800" b="0" i="0" u="none" strike="noStrike">
                <a:solidFill>
                  <a:srgbClr val="010149"/>
                </a:solidFill>
                <a:ea typeface="Atomy Light"/>
              </a:rPr>
              <a:t>기능</a:t>
            </a:r>
            <a:r>
              <a:rPr lang="en-US" sz="1800" b="0" i="0" u="none" strike="noStrike">
                <a:solidFill>
                  <a:srgbClr val="010149"/>
                </a:solidFill>
                <a:latin typeface="Atomy Light"/>
              </a:rPr>
              <a:t> </a:t>
            </a:r>
            <a:r>
              <a:rPr lang="ko-KR" sz="1800" b="0" i="0" u="none" strike="noStrike">
                <a:solidFill>
                  <a:srgbClr val="010149"/>
                </a:solidFill>
                <a:ea typeface="Atomy Light"/>
              </a:rPr>
              <a:t>이용</a:t>
            </a:r>
            <a:r>
              <a:rPr lang="en-US" sz="1800" b="0" i="0" u="none" strike="noStrike">
                <a:solidFill>
                  <a:srgbClr val="010149"/>
                </a:solidFill>
                <a:latin typeface="Atomy Light"/>
              </a:rPr>
              <a:t> </a:t>
            </a:r>
            <a:r>
              <a:rPr lang="ko-KR" sz="1800" b="0" i="0" u="none" strike="noStrike">
                <a:solidFill>
                  <a:srgbClr val="010149"/>
                </a:solidFill>
                <a:ea typeface="Atomy Light"/>
              </a:rPr>
              <a:t>가능</a:t>
            </a:r>
          </a:p>
          <a:p>
            <a:pPr lvl="0" algn="l">
              <a:lnSpc>
                <a:spcPct val="157700"/>
              </a:lnSpc>
            </a:pPr>
            <a:r>
              <a:rPr lang="ko-KR" sz="1800" b="0" i="0" u="none" strike="noStrike">
                <a:solidFill>
                  <a:srgbClr val="010149"/>
                </a:solidFill>
                <a:ea typeface="Atomy Light"/>
              </a:rPr>
              <a:t>영상</a:t>
            </a:r>
            <a:r>
              <a:rPr lang="en-US" sz="1800" b="0" i="0" u="none" strike="noStrike">
                <a:solidFill>
                  <a:srgbClr val="010149"/>
                </a:solidFill>
                <a:latin typeface="Atomy Light"/>
              </a:rPr>
              <a:t> ID</a:t>
            </a:r>
            <a:r>
              <a:rPr lang="ko-KR" sz="1800" b="0" i="0" u="none" strike="noStrike">
                <a:solidFill>
                  <a:srgbClr val="010149"/>
                </a:solidFill>
                <a:ea typeface="Atomy Light"/>
              </a:rPr>
              <a:t>와</a:t>
            </a:r>
            <a:r>
              <a:rPr lang="en-US" sz="1800" b="0" i="0" u="none" strike="noStrike">
                <a:solidFill>
                  <a:srgbClr val="010149"/>
                </a:solidFill>
                <a:latin typeface="Atomy Light"/>
              </a:rPr>
              <a:t> </a:t>
            </a:r>
            <a:r>
              <a:rPr lang="ko-KR" sz="1800" b="0" i="0" u="none" strike="noStrike">
                <a:solidFill>
                  <a:srgbClr val="010149"/>
                </a:solidFill>
                <a:ea typeface="Atomy Light"/>
              </a:rPr>
              <a:t>썸네일</a:t>
            </a:r>
            <a:r>
              <a:rPr lang="en-US" sz="1800" b="0" i="0" u="none" strike="noStrike">
                <a:solidFill>
                  <a:srgbClr val="010149"/>
                </a:solidFill>
                <a:latin typeface="Atomy Light"/>
              </a:rPr>
              <a:t> </a:t>
            </a:r>
            <a:r>
              <a:rPr lang="ko-KR" sz="1800" b="0" i="0" u="none" strike="noStrike">
                <a:solidFill>
                  <a:srgbClr val="010149"/>
                </a:solidFill>
                <a:ea typeface="Atomy Light"/>
              </a:rPr>
              <a:t>추출</a:t>
            </a:r>
            <a:r>
              <a:rPr lang="en-US" sz="1800" b="0" i="0" u="none" strike="noStrike">
                <a:solidFill>
                  <a:srgbClr val="010149"/>
                </a:solidFill>
                <a:latin typeface="Atomy Light"/>
              </a:rPr>
              <a:t> </a:t>
            </a:r>
            <a:r>
              <a:rPr lang="ko-KR" sz="1800" b="0" i="0" u="none" strike="noStrike">
                <a:solidFill>
                  <a:srgbClr val="010149"/>
                </a:solidFill>
                <a:ea typeface="Atomy Light"/>
              </a:rPr>
              <a:t>후</a:t>
            </a:r>
            <a:r>
              <a:rPr lang="en-US" sz="1800" b="0" i="0" u="none" strike="noStrike">
                <a:solidFill>
                  <a:srgbClr val="010149"/>
                </a:solidFill>
                <a:latin typeface="Atomy Light"/>
              </a:rPr>
              <a:t> DB</a:t>
            </a:r>
            <a:r>
              <a:rPr lang="ko-KR" sz="1800" b="0" i="0" u="none" strike="noStrike">
                <a:solidFill>
                  <a:srgbClr val="010149"/>
                </a:solidFill>
                <a:ea typeface="Atomy Light"/>
              </a:rPr>
              <a:t>에</a:t>
            </a:r>
            <a:r>
              <a:rPr lang="en-US" sz="1800" b="0" i="0" u="none" strike="noStrike">
                <a:solidFill>
                  <a:srgbClr val="010149"/>
                </a:solidFill>
                <a:latin typeface="Atomy Light"/>
              </a:rPr>
              <a:t> </a:t>
            </a:r>
            <a:r>
              <a:rPr lang="ko-KR" sz="1800" b="0" i="0" u="none" strike="noStrike">
                <a:solidFill>
                  <a:srgbClr val="010149"/>
                </a:solidFill>
                <a:ea typeface="Atomy Light"/>
              </a:rPr>
              <a:t>저장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7E7E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5000" y="1193800"/>
            <a:ext cx="17030700" cy="8407400"/>
          </a:xfrm>
          <a:prstGeom prst="rect">
            <a:avLst/>
          </a:prstGeom>
        </p:spPr>
      </p:pic>
      <p:pic>
        <p:nvPicPr>
          <p:cNvPr id="3" name="Picture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5000" y="1193800"/>
            <a:ext cx="17030700" cy="8407400"/>
          </a:xfrm>
          <a:prstGeom prst="rect">
            <a:avLst/>
          </a:prstGeom>
        </p:spPr>
      </p:pic>
      <p:pic>
        <p:nvPicPr>
          <p:cNvPr id="4" name="Picture 4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64300" y="469900"/>
            <a:ext cx="5346700" cy="736600"/>
          </a:xfrm>
          <a:prstGeom prst="rect">
            <a:avLst/>
          </a:prstGeom>
        </p:spPr>
      </p:pic>
      <p:pic>
        <p:nvPicPr>
          <p:cNvPr id="5" name="Picture 5"/>
          <p:cNvPicPr>
            <a:picLocks noChangeAspect="1"/>
          </p:cNvPicPr>
          <p:nvPr/>
        </p:nvPicPr>
        <p:blipFill>
          <a:blip r:embed="rId5">
            <a:alphaModFix amt="30000"/>
          </a:blip>
          <a:stretch>
            <a:fillRect/>
          </a:stretch>
        </p:blipFill>
        <p:spPr>
          <a:xfrm>
            <a:off x="2120900" y="6083300"/>
            <a:ext cx="14046200" cy="12700"/>
          </a:xfrm>
          <a:prstGeom prst="rect">
            <a:avLst/>
          </a:prstGeom>
        </p:spPr>
      </p:pic>
      <p:pic>
        <p:nvPicPr>
          <p:cNvPr id="6" name="Picture 6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1277600" y="3708400"/>
            <a:ext cx="4533900" cy="3365500"/>
          </a:xfrm>
          <a:prstGeom prst="rect">
            <a:avLst/>
          </a:prstGeom>
        </p:spPr>
      </p:pic>
      <p:sp>
        <p:nvSpPr>
          <p:cNvPr id="7" name="TextBox 7"/>
          <p:cNvSpPr txBox="1"/>
          <p:nvPr/>
        </p:nvSpPr>
        <p:spPr>
          <a:xfrm>
            <a:off x="7023100" y="698500"/>
            <a:ext cx="4241800" cy="2667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ctr">
              <a:lnSpc>
                <a:spcPct val="124499"/>
              </a:lnSpc>
            </a:pPr>
            <a:r>
              <a:rPr lang="en-US" sz="1500" b="0" i="0" u="none" strike="noStrike">
                <a:solidFill>
                  <a:srgbClr val="F4F4F4"/>
                </a:solidFill>
                <a:latin typeface="Atomy Medium"/>
              </a:rPr>
              <a:t>2026 </a:t>
            </a:r>
            <a:r>
              <a:rPr lang="ko-KR" sz="1500" b="0" i="0" u="none" strike="noStrike">
                <a:solidFill>
                  <a:srgbClr val="F4F4F4"/>
                </a:solidFill>
                <a:ea typeface="Atomy Medium"/>
              </a:rPr>
              <a:t>캡스톤</a:t>
            </a:r>
            <a:r>
              <a:rPr lang="en-US" sz="1500" b="0" i="0" u="none" strike="noStrike">
                <a:solidFill>
                  <a:srgbClr val="F4F4F4"/>
                </a:solidFill>
                <a:latin typeface="Atomy Medium"/>
              </a:rPr>
              <a:t> </a:t>
            </a:r>
            <a:r>
              <a:rPr lang="ko-KR" sz="1500" b="0" i="0" u="none" strike="noStrike">
                <a:solidFill>
                  <a:srgbClr val="F4F4F4"/>
                </a:solidFill>
                <a:ea typeface="Atomy Medium"/>
              </a:rPr>
              <a:t>디자인</a:t>
            </a:r>
            <a:r>
              <a:rPr lang="en-US" sz="1500" b="0" i="0" u="none" strike="noStrike">
                <a:solidFill>
                  <a:srgbClr val="F4F4F4"/>
                </a:solidFill>
                <a:latin typeface="Atomy Medium"/>
              </a:rPr>
              <a:t> </a:t>
            </a:r>
            <a:r>
              <a:rPr lang="ko-KR" sz="1500" b="0" i="0" u="none" strike="noStrike">
                <a:solidFill>
                  <a:srgbClr val="F4F4F4"/>
                </a:solidFill>
                <a:ea typeface="Atomy Medium"/>
              </a:rPr>
              <a:t>졸업작품</a:t>
            </a:r>
            <a:r>
              <a:rPr lang="en-US" sz="1500" b="0" i="0" u="none" strike="noStrike">
                <a:solidFill>
                  <a:srgbClr val="F4F4F4"/>
                </a:solidFill>
                <a:latin typeface="Atomy Medium"/>
              </a:rPr>
              <a:t> </a:t>
            </a:r>
            <a:r>
              <a:rPr lang="ko-KR" sz="1500" b="0" i="0" u="none" strike="noStrike">
                <a:solidFill>
                  <a:srgbClr val="F4F4F4"/>
                </a:solidFill>
                <a:ea typeface="Atomy Medium"/>
              </a:rPr>
              <a:t>프로젝트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4749800" y="2108200"/>
            <a:ext cx="8788400" cy="35560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ctr">
              <a:lnSpc>
                <a:spcPct val="124499"/>
              </a:lnSpc>
            </a:pPr>
            <a:r>
              <a:rPr lang="en-US" sz="20000" b="0" i="0" u="none" strike="noStrike">
                <a:solidFill>
                  <a:srgbClr val="010149"/>
                </a:solidFill>
                <a:latin typeface="Atomy Bold"/>
              </a:rPr>
              <a:t>02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4965700" y="6515100"/>
            <a:ext cx="8331200" cy="5334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ctr">
              <a:lnSpc>
                <a:spcPct val="124499"/>
              </a:lnSpc>
            </a:pPr>
            <a:r>
              <a:rPr lang="en-US" sz="3000" b="0" i="0" u="none" strike="noStrike">
                <a:solidFill>
                  <a:srgbClr val="010149"/>
                </a:solidFill>
                <a:latin typeface="Atomy Medium"/>
              </a:rPr>
              <a:t>DataBase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2108200" y="7543800"/>
            <a:ext cx="14084300" cy="3048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ctr">
              <a:lnSpc>
                <a:spcPct val="141100"/>
              </a:lnSpc>
            </a:pPr>
            <a:r>
              <a:rPr lang="ko-KR" sz="1700" b="0" i="0" u="none" strike="noStrike">
                <a:solidFill>
                  <a:srgbClr val="010149"/>
                </a:solidFill>
                <a:ea typeface="Atomy Light"/>
              </a:rPr>
              <a:t>유저</a:t>
            </a:r>
            <a:r>
              <a:rPr lang="en-US" sz="1700" b="0" i="0" u="none" strike="noStrike">
                <a:solidFill>
                  <a:srgbClr val="010149"/>
                </a:solidFill>
                <a:latin typeface="Atomy Light"/>
              </a:rPr>
              <a:t> </a:t>
            </a:r>
            <a:r>
              <a:rPr lang="ko-KR" sz="1700" b="0" i="0" u="none" strike="noStrike">
                <a:solidFill>
                  <a:srgbClr val="010149"/>
                </a:solidFill>
                <a:ea typeface="Atomy Light"/>
              </a:rPr>
              <a:t>이용</a:t>
            </a:r>
            <a:r>
              <a:rPr lang="en-US" sz="1700" b="0" i="0" u="none" strike="noStrike">
                <a:solidFill>
                  <a:srgbClr val="010149"/>
                </a:solidFill>
                <a:latin typeface="Atomy Light"/>
              </a:rPr>
              <a:t> </a:t>
            </a:r>
            <a:r>
              <a:rPr lang="ko-KR" sz="1700" b="0" i="0" u="none" strike="noStrike">
                <a:solidFill>
                  <a:srgbClr val="010149"/>
                </a:solidFill>
                <a:ea typeface="Atomy Light"/>
              </a:rPr>
              <a:t>기록</a:t>
            </a:r>
            <a:r>
              <a:rPr lang="en-US" sz="1700" b="0" i="0" u="none" strike="noStrike">
                <a:solidFill>
                  <a:srgbClr val="010149"/>
                </a:solidFill>
                <a:latin typeface="Atomy Light"/>
              </a:rPr>
              <a:t> </a:t>
            </a:r>
            <a:r>
              <a:rPr lang="ko-KR" sz="1700" b="0" i="0" u="none" strike="noStrike">
                <a:solidFill>
                  <a:srgbClr val="010149"/>
                </a:solidFill>
                <a:ea typeface="Atomy Light"/>
              </a:rPr>
              <a:t>및</a:t>
            </a:r>
            <a:r>
              <a:rPr lang="en-US" sz="1700" b="0" i="0" u="none" strike="noStrike">
                <a:solidFill>
                  <a:srgbClr val="010149"/>
                </a:solidFill>
                <a:latin typeface="Atomy Light"/>
              </a:rPr>
              <a:t> </a:t>
            </a:r>
            <a:r>
              <a:rPr lang="ko-KR" sz="1700" b="0" i="0" u="none" strike="noStrike">
                <a:solidFill>
                  <a:srgbClr val="010149"/>
                </a:solidFill>
                <a:ea typeface="Atomy Light"/>
              </a:rPr>
              <a:t>강의</a:t>
            </a:r>
            <a:r>
              <a:rPr lang="en-US" sz="1700" b="0" i="0" u="none" strike="noStrike">
                <a:solidFill>
                  <a:srgbClr val="010149"/>
                </a:solidFill>
                <a:latin typeface="Atomy Light"/>
              </a:rPr>
              <a:t> </a:t>
            </a:r>
            <a:r>
              <a:rPr lang="ko-KR" sz="1700" b="0" i="0" u="none" strike="noStrike">
                <a:solidFill>
                  <a:srgbClr val="010149"/>
                </a:solidFill>
                <a:ea typeface="Atomy Light"/>
              </a:rPr>
              <a:t>저장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4F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5000" y="1193800"/>
            <a:ext cx="17030700" cy="8407400"/>
          </a:xfrm>
          <a:prstGeom prst="rect">
            <a:avLst/>
          </a:prstGeom>
        </p:spPr>
      </p:pic>
      <p:pic>
        <p:nvPicPr>
          <p:cNvPr id="3" name="Picture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64300" y="469900"/>
            <a:ext cx="5346700" cy="736600"/>
          </a:xfrm>
          <a:prstGeom prst="rect">
            <a:avLst/>
          </a:prstGeom>
        </p:spPr>
      </p:pic>
      <p:pic>
        <p:nvPicPr>
          <p:cNvPr id="4" name="Picture 4"/>
          <p:cNvPicPr>
            <a:picLocks noChangeAspect="1"/>
          </p:cNvPicPr>
          <p:nvPr/>
        </p:nvPicPr>
        <p:blipFill>
          <a:blip r:embed="rId4">
            <a:alphaModFix amt="30000"/>
          </a:blip>
          <a:stretch>
            <a:fillRect/>
          </a:stretch>
        </p:blipFill>
        <p:spPr>
          <a:xfrm>
            <a:off x="2120900" y="3886200"/>
            <a:ext cx="14046200" cy="12700"/>
          </a:xfrm>
          <a:prstGeom prst="rect">
            <a:avLst/>
          </a:prstGeom>
        </p:spPr>
      </p:pic>
      <p:sp>
        <p:nvSpPr>
          <p:cNvPr id="5" name="TextBox 5"/>
          <p:cNvSpPr txBox="1"/>
          <p:nvPr/>
        </p:nvSpPr>
        <p:spPr>
          <a:xfrm>
            <a:off x="7023100" y="698500"/>
            <a:ext cx="4241800" cy="2667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ctr">
              <a:lnSpc>
                <a:spcPct val="124499"/>
              </a:lnSpc>
            </a:pPr>
            <a:r>
              <a:rPr lang="en-US" sz="1500" b="0" i="0" u="none" strike="noStrike">
                <a:solidFill>
                  <a:srgbClr val="F4F4F4"/>
                </a:solidFill>
                <a:latin typeface="Atomy Medium"/>
              </a:rPr>
              <a:t>2026 </a:t>
            </a:r>
            <a:r>
              <a:rPr lang="ko-KR" sz="1500" b="0" i="0" u="none" strike="noStrike">
                <a:solidFill>
                  <a:srgbClr val="F4F4F4"/>
                </a:solidFill>
                <a:ea typeface="Atomy Medium"/>
              </a:rPr>
              <a:t>캡스톤</a:t>
            </a:r>
            <a:r>
              <a:rPr lang="en-US" sz="1500" b="0" i="0" u="none" strike="noStrike">
                <a:solidFill>
                  <a:srgbClr val="F4F4F4"/>
                </a:solidFill>
                <a:latin typeface="Atomy Medium"/>
              </a:rPr>
              <a:t> </a:t>
            </a:r>
            <a:r>
              <a:rPr lang="ko-KR" sz="1500" b="0" i="0" u="none" strike="noStrike">
                <a:solidFill>
                  <a:srgbClr val="F4F4F4"/>
                </a:solidFill>
                <a:ea typeface="Atomy Medium"/>
              </a:rPr>
              <a:t>디자인</a:t>
            </a:r>
            <a:r>
              <a:rPr lang="en-US" sz="1500" b="0" i="0" u="none" strike="noStrike">
                <a:solidFill>
                  <a:srgbClr val="F4F4F4"/>
                </a:solidFill>
                <a:latin typeface="Atomy Medium"/>
              </a:rPr>
              <a:t> </a:t>
            </a:r>
            <a:r>
              <a:rPr lang="ko-KR" sz="1500" b="0" i="0" u="none" strike="noStrike">
                <a:solidFill>
                  <a:srgbClr val="F4F4F4"/>
                </a:solidFill>
                <a:ea typeface="Atomy Medium"/>
              </a:rPr>
              <a:t>졸업작품</a:t>
            </a:r>
            <a:r>
              <a:rPr lang="en-US" sz="1500" b="0" i="0" u="none" strike="noStrike">
                <a:solidFill>
                  <a:srgbClr val="F4F4F4"/>
                </a:solidFill>
                <a:latin typeface="Atomy Medium"/>
              </a:rPr>
              <a:t> </a:t>
            </a:r>
            <a:r>
              <a:rPr lang="ko-KR" sz="1500" b="0" i="0" u="none" strike="noStrike">
                <a:solidFill>
                  <a:srgbClr val="F4F4F4"/>
                </a:solidFill>
                <a:ea typeface="Atomy Medium"/>
              </a:rPr>
              <a:t>프로젝트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4927600" y="1892300"/>
            <a:ext cx="8432800" cy="10668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ctr">
              <a:lnSpc>
                <a:spcPct val="124499"/>
              </a:lnSpc>
            </a:pPr>
            <a:r>
              <a:rPr lang="en-US" sz="6000" b="0" i="0" u="none" strike="noStrike">
                <a:solidFill>
                  <a:srgbClr val="010149"/>
                </a:solidFill>
                <a:latin typeface="Atomy Medium"/>
              </a:rPr>
              <a:t>DATABASE</a:t>
            </a:r>
          </a:p>
        </p:txBody>
      </p:sp>
      <p:pic>
        <p:nvPicPr>
          <p:cNvPr id="7" name="Picture 7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365500" y="4381500"/>
            <a:ext cx="3289300" cy="4305300"/>
          </a:xfrm>
          <a:prstGeom prst="rect">
            <a:avLst/>
          </a:prstGeom>
        </p:spPr>
      </p:pic>
      <p:sp>
        <p:nvSpPr>
          <p:cNvPr id="8" name="TextBox 8"/>
          <p:cNvSpPr txBox="1"/>
          <p:nvPr/>
        </p:nvSpPr>
        <p:spPr>
          <a:xfrm>
            <a:off x="4978400" y="3009900"/>
            <a:ext cx="8318500" cy="4445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ctr">
              <a:lnSpc>
                <a:spcPct val="124499"/>
              </a:lnSpc>
            </a:pPr>
            <a:r>
              <a:rPr lang="ko-KR" sz="2500" b="0" i="0" u="none" strike="noStrike">
                <a:solidFill>
                  <a:srgbClr val="010149"/>
                </a:solidFill>
                <a:ea typeface="Atomy Light"/>
              </a:rPr>
              <a:t>유저와</a:t>
            </a:r>
            <a:r>
              <a:rPr lang="en-US" sz="2500" b="0" i="0" u="none" strike="noStrike">
                <a:solidFill>
                  <a:srgbClr val="010149"/>
                </a:solidFill>
                <a:latin typeface="Atomy Light"/>
              </a:rPr>
              <a:t> </a:t>
            </a:r>
            <a:r>
              <a:rPr lang="ko-KR" sz="2500" b="0" i="0" u="none" strike="noStrike">
                <a:solidFill>
                  <a:srgbClr val="010149"/>
                </a:solidFill>
                <a:ea typeface="Atomy Light"/>
              </a:rPr>
              <a:t>강의</a:t>
            </a:r>
            <a:r>
              <a:rPr lang="en-US" sz="2500" b="0" i="0" u="none" strike="noStrike">
                <a:solidFill>
                  <a:srgbClr val="010149"/>
                </a:solidFill>
                <a:latin typeface="Atomy Light"/>
              </a:rPr>
              <a:t> </a:t>
            </a:r>
            <a:r>
              <a:rPr lang="ko-KR" sz="2500" b="0" i="0" u="none" strike="noStrike">
                <a:solidFill>
                  <a:srgbClr val="010149"/>
                </a:solidFill>
                <a:ea typeface="Atomy Light"/>
              </a:rPr>
              <a:t>데이터</a:t>
            </a:r>
            <a:r>
              <a:rPr lang="en-US" sz="2500" b="0" i="0" u="none" strike="noStrike">
                <a:solidFill>
                  <a:srgbClr val="010149"/>
                </a:solidFill>
                <a:latin typeface="Atomy Light"/>
              </a:rPr>
              <a:t> </a:t>
            </a:r>
            <a:r>
              <a:rPr lang="ko-KR" sz="2500" b="0" i="0" u="none" strike="noStrike">
                <a:solidFill>
                  <a:srgbClr val="010149"/>
                </a:solidFill>
                <a:ea typeface="Atomy Light"/>
              </a:rPr>
              <a:t>관리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3581400" y="6731000"/>
            <a:ext cx="2895600" cy="3556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ctr">
              <a:lnSpc>
                <a:spcPct val="124499"/>
              </a:lnSpc>
            </a:pPr>
            <a:r>
              <a:rPr lang="en-US" sz="2000" b="0" i="0" u="none" strike="noStrike">
                <a:solidFill>
                  <a:srgbClr val="010149"/>
                </a:solidFill>
                <a:latin typeface="Atomy Medium"/>
              </a:rPr>
              <a:t>DB </a:t>
            </a:r>
            <a:r>
              <a:rPr lang="ko-KR" sz="2000" b="0" i="0" u="none" strike="noStrike">
                <a:solidFill>
                  <a:srgbClr val="010149"/>
                </a:solidFill>
                <a:ea typeface="Atomy Medium"/>
              </a:rPr>
              <a:t>설계</a:t>
            </a:r>
          </a:p>
        </p:txBody>
      </p:sp>
      <p:pic>
        <p:nvPicPr>
          <p:cNvPr id="10" name="Picture 10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606800" y="4622800"/>
            <a:ext cx="2844800" cy="1866900"/>
          </a:xfrm>
          <a:prstGeom prst="rect">
            <a:avLst/>
          </a:prstGeom>
        </p:spPr>
      </p:pic>
      <p:sp>
        <p:nvSpPr>
          <p:cNvPr id="11" name="TextBox 11"/>
          <p:cNvSpPr txBox="1"/>
          <p:nvPr/>
        </p:nvSpPr>
        <p:spPr>
          <a:xfrm>
            <a:off x="3581400" y="7404100"/>
            <a:ext cx="2882900" cy="6350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ctr">
              <a:lnSpc>
                <a:spcPct val="141100"/>
              </a:lnSpc>
            </a:pPr>
            <a:r>
              <a:rPr lang="en-US" sz="1600" b="0" i="0" u="none" strike="noStrike">
                <a:solidFill>
                  <a:srgbClr val="010149"/>
                </a:solidFill>
                <a:latin typeface="Atomy Light"/>
              </a:rPr>
              <a:t>Lecture </a:t>
            </a:r>
            <a:r>
              <a:rPr lang="ko-KR" sz="1600" b="0" i="0" u="none" strike="noStrike">
                <a:solidFill>
                  <a:srgbClr val="010149"/>
                </a:solidFill>
                <a:ea typeface="Atomy Light"/>
              </a:rPr>
              <a:t>모델</a:t>
            </a:r>
            <a:r>
              <a:rPr lang="en-US" sz="1600" b="0" i="0" u="none" strike="noStrike">
                <a:solidFill>
                  <a:srgbClr val="010149"/>
                </a:solidFill>
                <a:latin typeface="Atomy Light"/>
              </a:rPr>
              <a:t> </a:t>
            </a:r>
            <a:r>
              <a:rPr lang="ko-KR" sz="1600" b="0" i="0" u="none" strike="noStrike">
                <a:solidFill>
                  <a:srgbClr val="010149"/>
                </a:solidFill>
                <a:ea typeface="Atomy Light"/>
              </a:rPr>
              <a:t>생성</a:t>
            </a:r>
          </a:p>
          <a:p>
            <a:pPr lvl="0" algn="ctr">
              <a:lnSpc>
                <a:spcPct val="141100"/>
              </a:lnSpc>
            </a:pPr>
            <a:r>
              <a:rPr lang="ko-KR" sz="1600" b="0" i="0" u="none" strike="noStrike">
                <a:solidFill>
                  <a:srgbClr val="010149"/>
                </a:solidFill>
                <a:ea typeface="Atomy Light"/>
              </a:rPr>
              <a:t>가입된</a:t>
            </a:r>
            <a:r>
              <a:rPr lang="en-US" sz="1600" b="0" i="0" u="none" strike="noStrike">
                <a:solidFill>
                  <a:srgbClr val="010149"/>
                </a:solidFill>
                <a:latin typeface="Atomy Light"/>
              </a:rPr>
              <a:t> </a:t>
            </a:r>
            <a:r>
              <a:rPr lang="ko-KR" sz="1600" b="0" i="0" u="none" strike="noStrike">
                <a:solidFill>
                  <a:srgbClr val="010149"/>
                </a:solidFill>
                <a:ea typeface="Atomy Light"/>
              </a:rPr>
              <a:t>계정</a:t>
            </a:r>
            <a:r>
              <a:rPr lang="en-US" sz="1600" b="0" i="0" u="none" strike="noStrike">
                <a:solidFill>
                  <a:srgbClr val="010149"/>
                </a:solidFill>
                <a:latin typeface="Atomy Light"/>
              </a:rPr>
              <a:t> </a:t>
            </a:r>
            <a:r>
              <a:rPr lang="ko-KR" sz="1600" b="0" i="0" u="none" strike="noStrike">
                <a:solidFill>
                  <a:srgbClr val="010149"/>
                </a:solidFill>
                <a:ea typeface="Atomy Light"/>
              </a:rPr>
              <a:t>저장</a:t>
            </a:r>
          </a:p>
        </p:txBody>
      </p:sp>
      <p:pic>
        <p:nvPicPr>
          <p:cNvPr id="12" name="Picture 12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505700" y="4381500"/>
            <a:ext cx="3289300" cy="4305300"/>
          </a:xfrm>
          <a:prstGeom prst="rect">
            <a:avLst/>
          </a:prstGeom>
        </p:spPr>
      </p:pic>
      <p:sp>
        <p:nvSpPr>
          <p:cNvPr id="13" name="TextBox 13"/>
          <p:cNvSpPr txBox="1"/>
          <p:nvPr/>
        </p:nvSpPr>
        <p:spPr>
          <a:xfrm>
            <a:off x="7708900" y="6731000"/>
            <a:ext cx="2895600" cy="3556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ctr">
              <a:lnSpc>
                <a:spcPct val="124499"/>
              </a:lnSpc>
            </a:pPr>
            <a:r>
              <a:rPr lang="en-US" sz="2000" b="0" i="0" u="none" strike="noStrike">
                <a:solidFill>
                  <a:srgbClr val="010149"/>
                </a:solidFill>
                <a:latin typeface="Atomy Medium"/>
              </a:rPr>
              <a:t>DB </a:t>
            </a:r>
            <a:r>
              <a:rPr lang="ko-KR" sz="2000" b="0" i="0" u="none" strike="noStrike">
                <a:solidFill>
                  <a:srgbClr val="010149"/>
                </a:solidFill>
                <a:ea typeface="Atomy Medium"/>
              </a:rPr>
              <a:t>속</a:t>
            </a:r>
            <a:r>
              <a:rPr lang="en-US" sz="2000" b="0" i="0" u="none" strike="noStrike">
                <a:solidFill>
                  <a:srgbClr val="010149"/>
                </a:solidFill>
                <a:latin typeface="Atomy Medium"/>
              </a:rPr>
              <a:t> </a:t>
            </a:r>
            <a:r>
              <a:rPr lang="ko-KR" sz="2000" b="0" i="0" u="none" strike="noStrike">
                <a:solidFill>
                  <a:srgbClr val="010149"/>
                </a:solidFill>
                <a:ea typeface="Atomy Medium"/>
              </a:rPr>
              <a:t>강의</a:t>
            </a:r>
            <a:r>
              <a:rPr lang="en-US" sz="2000" b="0" i="0" u="none" strike="noStrike">
                <a:solidFill>
                  <a:srgbClr val="010149"/>
                </a:solidFill>
                <a:latin typeface="Atomy Medium"/>
              </a:rPr>
              <a:t> </a:t>
            </a:r>
            <a:r>
              <a:rPr lang="ko-KR" sz="2000" b="0" i="0" u="none" strike="noStrike">
                <a:solidFill>
                  <a:srgbClr val="010149"/>
                </a:solidFill>
                <a:ea typeface="Atomy Medium"/>
              </a:rPr>
              <a:t>정보</a:t>
            </a:r>
          </a:p>
        </p:txBody>
      </p:sp>
      <p:pic>
        <p:nvPicPr>
          <p:cNvPr id="14" name="Picture 14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734300" y="4622800"/>
            <a:ext cx="2844800" cy="1866900"/>
          </a:xfrm>
          <a:prstGeom prst="rect">
            <a:avLst/>
          </a:prstGeom>
        </p:spPr>
      </p:pic>
      <p:sp>
        <p:nvSpPr>
          <p:cNvPr id="15" name="TextBox 15"/>
          <p:cNvSpPr txBox="1"/>
          <p:nvPr/>
        </p:nvSpPr>
        <p:spPr>
          <a:xfrm>
            <a:off x="7708900" y="7404100"/>
            <a:ext cx="2882900" cy="6350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ctr">
              <a:lnSpc>
                <a:spcPct val="141100"/>
              </a:lnSpc>
            </a:pPr>
            <a:r>
              <a:rPr lang="ko-KR" sz="1600" b="0" i="0" u="none" strike="noStrike">
                <a:solidFill>
                  <a:srgbClr val="010149"/>
                </a:solidFill>
                <a:ea typeface="Atomy Light"/>
              </a:rPr>
              <a:t>타이틀</a:t>
            </a:r>
            <a:r>
              <a:rPr lang="en-US" sz="1600" b="0" i="0" u="none" strike="noStrike">
                <a:solidFill>
                  <a:srgbClr val="010149"/>
                </a:solidFill>
                <a:latin typeface="Atomy Light"/>
              </a:rPr>
              <a:t>, </a:t>
            </a:r>
            <a:r>
              <a:rPr lang="ko-KR" sz="1600" b="0" i="0" u="none" strike="noStrike">
                <a:solidFill>
                  <a:srgbClr val="010149"/>
                </a:solidFill>
                <a:ea typeface="Atomy Light"/>
              </a:rPr>
              <a:t>영상</a:t>
            </a:r>
            <a:r>
              <a:rPr lang="en-US" sz="1600" b="0" i="0" u="none" strike="noStrike">
                <a:solidFill>
                  <a:srgbClr val="010149"/>
                </a:solidFill>
                <a:latin typeface="Atomy Light"/>
              </a:rPr>
              <a:t> </a:t>
            </a:r>
            <a:r>
              <a:rPr lang="ko-KR" sz="1600" b="0" i="0" u="none" strike="noStrike">
                <a:solidFill>
                  <a:srgbClr val="010149"/>
                </a:solidFill>
                <a:ea typeface="Atomy Light"/>
              </a:rPr>
              <a:t>링크</a:t>
            </a:r>
            <a:r>
              <a:rPr lang="en-US" sz="1600" b="0" i="0" u="none" strike="noStrike">
                <a:solidFill>
                  <a:srgbClr val="010149"/>
                </a:solidFill>
                <a:latin typeface="Atomy Light"/>
              </a:rPr>
              <a:t>, ID, </a:t>
            </a:r>
            <a:r>
              <a:rPr lang="ko-KR" sz="1600" b="0" i="0" u="none" strike="noStrike">
                <a:solidFill>
                  <a:srgbClr val="010149"/>
                </a:solidFill>
                <a:ea typeface="Atomy Light"/>
              </a:rPr>
              <a:t>썸네일</a:t>
            </a:r>
          </a:p>
          <a:p>
            <a:pPr lvl="0" algn="ctr">
              <a:lnSpc>
                <a:spcPct val="141100"/>
              </a:lnSpc>
            </a:pPr>
            <a:r>
              <a:rPr lang="ko-KR" sz="1600" b="0" i="0" u="none" strike="noStrike">
                <a:solidFill>
                  <a:srgbClr val="010149"/>
                </a:solidFill>
                <a:ea typeface="Atomy Light"/>
              </a:rPr>
              <a:t>유저와</a:t>
            </a:r>
            <a:r>
              <a:rPr lang="en-US" sz="1600" b="0" i="0" u="none" strike="noStrike">
                <a:solidFill>
                  <a:srgbClr val="010149"/>
                </a:solidFill>
                <a:latin typeface="Atomy Light"/>
              </a:rPr>
              <a:t> </a:t>
            </a:r>
            <a:r>
              <a:rPr lang="ko-KR" sz="1600" b="0" i="0" u="none" strike="noStrike">
                <a:solidFill>
                  <a:srgbClr val="010149"/>
                </a:solidFill>
                <a:ea typeface="Atomy Light"/>
              </a:rPr>
              <a:t>연결되어</a:t>
            </a:r>
            <a:r>
              <a:rPr lang="en-US" sz="1600" b="0" i="0" u="none" strike="noStrike">
                <a:solidFill>
                  <a:srgbClr val="010149"/>
                </a:solidFill>
                <a:latin typeface="Atomy Light"/>
              </a:rPr>
              <a:t> </a:t>
            </a:r>
            <a:r>
              <a:rPr lang="ko-KR" sz="1600" b="0" i="0" u="none" strike="noStrike">
                <a:solidFill>
                  <a:srgbClr val="010149"/>
                </a:solidFill>
                <a:ea typeface="Atomy Light"/>
              </a:rPr>
              <a:t>저장됨</a:t>
            </a:r>
          </a:p>
        </p:txBody>
      </p:sp>
      <p:pic>
        <p:nvPicPr>
          <p:cNvPr id="16" name="Picture 16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1645900" y="4381500"/>
            <a:ext cx="3289300" cy="4305300"/>
          </a:xfrm>
          <a:prstGeom prst="rect">
            <a:avLst/>
          </a:prstGeom>
        </p:spPr>
      </p:pic>
      <p:sp>
        <p:nvSpPr>
          <p:cNvPr id="17" name="TextBox 17"/>
          <p:cNvSpPr txBox="1"/>
          <p:nvPr/>
        </p:nvSpPr>
        <p:spPr>
          <a:xfrm>
            <a:off x="11823700" y="6731000"/>
            <a:ext cx="2895600" cy="3556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ctr">
              <a:lnSpc>
                <a:spcPct val="124499"/>
              </a:lnSpc>
            </a:pPr>
            <a:r>
              <a:rPr lang="en-US" sz="2000" b="0" i="0" u="none" strike="noStrike">
                <a:solidFill>
                  <a:srgbClr val="010149"/>
                </a:solidFill>
                <a:latin typeface="Atomy Medium"/>
              </a:rPr>
              <a:t>DB </a:t>
            </a:r>
            <a:r>
              <a:rPr lang="ko-KR" sz="2000" b="0" i="0" u="none" strike="noStrike">
                <a:solidFill>
                  <a:srgbClr val="010149"/>
                </a:solidFill>
                <a:ea typeface="Atomy Medium"/>
              </a:rPr>
              <a:t>데이터</a:t>
            </a:r>
            <a:r>
              <a:rPr lang="en-US" sz="2000" b="0" i="0" u="none" strike="noStrike">
                <a:solidFill>
                  <a:srgbClr val="010149"/>
                </a:solidFill>
                <a:latin typeface="Atomy Medium"/>
              </a:rPr>
              <a:t> </a:t>
            </a:r>
            <a:r>
              <a:rPr lang="ko-KR" sz="2000" b="0" i="0" u="none" strike="noStrike">
                <a:solidFill>
                  <a:srgbClr val="010149"/>
                </a:solidFill>
                <a:ea typeface="Atomy Medium"/>
              </a:rPr>
              <a:t>관리</a:t>
            </a:r>
          </a:p>
        </p:txBody>
      </p:sp>
      <p:pic>
        <p:nvPicPr>
          <p:cNvPr id="18" name="Picture 18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1849100" y="4622800"/>
            <a:ext cx="2844800" cy="1866900"/>
          </a:xfrm>
          <a:prstGeom prst="rect">
            <a:avLst/>
          </a:prstGeom>
        </p:spPr>
      </p:pic>
      <p:sp>
        <p:nvSpPr>
          <p:cNvPr id="19" name="TextBox 19"/>
          <p:cNvSpPr txBox="1"/>
          <p:nvPr/>
        </p:nvSpPr>
        <p:spPr>
          <a:xfrm>
            <a:off x="11760200" y="7404100"/>
            <a:ext cx="3022600" cy="6350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ctr">
              <a:lnSpc>
                <a:spcPct val="141100"/>
              </a:lnSpc>
            </a:pPr>
            <a:r>
              <a:rPr lang="ko-KR" sz="1600" b="0" i="0" u="none" strike="noStrike">
                <a:solidFill>
                  <a:srgbClr val="010149"/>
                </a:solidFill>
                <a:ea typeface="Atomy Light"/>
              </a:rPr>
              <a:t>강의</a:t>
            </a:r>
            <a:r>
              <a:rPr lang="en-US" sz="1600" b="0" i="0" u="none" strike="noStrike">
                <a:solidFill>
                  <a:srgbClr val="010149"/>
                </a:solidFill>
                <a:latin typeface="Atomy Light"/>
              </a:rPr>
              <a:t> </a:t>
            </a:r>
            <a:r>
              <a:rPr lang="ko-KR" sz="1600" b="0" i="0" u="none" strike="noStrike">
                <a:solidFill>
                  <a:srgbClr val="010149"/>
                </a:solidFill>
                <a:ea typeface="Atomy Light"/>
              </a:rPr>
              <a:t>데이터</a:t>
            </a:r>
            <a:r>
              <a:rPr lang="en-US" sz="1600" b="0" i="0" u="none" strike="noStrike">
                <a:solidFill>
                  <a:srgbClr val="010149"/>
                </a:solidFill>
                <a:latin typeface="Atomy Light"/>
              </a:rPr>
              <a:t> DB</a:t>
            </a:r>
            <a:r>
              <a:rPr lang="ko-KR" sz="1600" b="0" i="0" u="none" strike="noStrike">
                <a:solidFill>
                  <a:srgbClr val="010149"/>
                </a:solidFill>
                <a:ea typeface="Atomy Light"/>
              </a:rPr>
              <a:t>기반으로</a:t>
            </a:r>
            <a:r>
              <a:rPr lang="en-US" sz="1600" b="0" i="0" u="none" strike="noStrike">
                <a:solidFill>
                  <a:srgbClr val="010149"/>
                </a:solidFill>
                <a:latin typeface="Atomy Light"/>
              </a:rPr>
              <a:t> </a:t>
            </a:r>
            <a:r>
              <a:rPr lang="ko-KR" sz="1600" b="0" i="0" u="none" strike="noStrike">
                <a:solidFill>
                  <a:srgbClr val="010149"/>
                </a:solidFill>
                <a:ea typeface="Atomy Light"/>
              </a:rPr>
              <a:t>관리</a:t>
            </a:r>
          </a:p>
          <a:p>
            <a:pPr lvl="0" algn="ctr">
              <a:lnSpc>
                <a:spcPct val="141100"/>
              </a:lnSpc>
            </a:pPr>
            <a:r>
              <a:rPr lang="en-US" sz="1600" b="0" i="0" u="none" strike="noStrike">
                <a:solidFill>
                  <a:srgbClr val="010149"/>
                </a:solidFill>
                <a:latin typeface="Atomy Light"/>
              </a:rPr>
              <a:t>admin </a:t>
            </a:r>
            <a:r>
              <a:rPr lang="ko-KR" sz="1600" b="0" i="0" u="none" strike="noStrike">
                <a:solidFill>
                  <a:srgbClr val="010149"/>
                </a:solidFill>
                <a:ea typeface="Atomy Light"/>
              </a:rPr>
              <a:t>페이지에서</a:t>
            </a:r>
            <a:r>
              <a:rPr lang="en-US" sz="1600" b="0" i="0" u="none" strike="noStrike">
                <a:solidFill>
                  <a:srgbClr val="010149"/>
                </a:solidFill>
                <a:latin typeface="Atomy Light"/>
              </a:rPr>
              <a:t> </a:t>
            </a:r>
            <a:r>
              <a:rPr lang="ko-KR" sz="1600" b="0" i="0" u="none" strike="noStrike">
                <a:solidFill>
                  <a:srgbClr val="010149"/>
                </a:solidFill>
                <a:ea typeface="Atomy Light"/>
              </a:rPr>
              <a:t>데이터</a:t>
            </a:r>
            <a:r>
              <a:rPr lang="en-US" sz="1600" b="0" i="0" u="none" strike="noStrike">
                <a:solidFill>
                  <a:srgbClr val="010149"/>
                </a:solidFill>
                <a:latin typeface="Atomy Light"/>
              </a:rPr>
              <a:t> </a:t>
            </a:r>
            <a:r>
              <a:rPr lang="ko-KR" sz="1600" b="0" i="0" u="none" strike="noStrike">
                <a:solidFill>
                  <a:srgbClr val="010149"/>
                </a:solidFill>
                <a:ea typeface="Atomy Light"/>
              </a:rPr>
              <a:t>확인</a:t>
            </a:r>
            <a:r>
              <a:rPr lang="en-US" sz="1600" b="0" i="0" u="none" strike="noStrike">
                <a:solidFill>
                  <a:srgbClr val="010149"/>
                </a:solidFill>
                <a:latin typeface="Atomy Light"/>
              </a:rPr>
              <a:t> </a:t>
            </a:r>
            <a:r>
              <a:rPr lang="ko-KR" sz="1600" b="0" i="0" u="none" strike="noStrike">
                <a:solidFill>
                  <a:srgbClr val="010149"/>
                </a:solidFill>
                <a:ea typeface="Atomy Light"/>
              </a:rPr>
              <a:t>가능</a:t>
            </a:r>
          </a:p>
        </p:txBody>
      </p:sp>
      <p:pic>
        <p:nvPicPr>
          <p:cNvPr id="20" name="Picture 20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-165100" y="5981700"/>
            <a:ext cx="3733800" cy="69342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7E7E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5000" y="1193800"/>
            <a:ext cx="17030700" cy="8407400"/>
          </a:xfrm>
          <a:prstGeom prst="rect">
            <a:avLst/>
          </a:prstGeom>
        </p:spPr>
      </p:pic>
      <p:pic>
        <p:nvPicPr>
          <p:cNvPr id="3" name="Picture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5000" y="1193800"/>
            <a:ext cx="17030700" cy="8407400"/>
          </a:xfrm>
          <a:prstGeom prst="rect">
            <a:avLst/>
          </a:prstGeom>
        </p:spPr>
      </p:pic>
      <p:pic>
        <p:nvPicPr>
          <p:cNvPr id="4" name="Picture 4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64300" y="469900"/>
            <a:ext cx="5346700" cy="736600"/>
          </a:xfrm>
          <a:prstGeom prst="rect">
            <a:avLst/>
          </a:prstGeom>
        </p:spPr>
      </p:pic>
      <p:pic>
        <p:nvPicPr>
          <p:cNvPr id="5" name="Picture 5"/>
          <p:cNvPicPr>
            <a:picLocks noChangeAspect="1"/>
          </p:cNvPicPr>
          <p:nvPr/>
        </p:nvPicPr>
        <p:blipFill>
          <a:blip r:embed="rId5">
            <a:alphaModFix amt="30000"/>
          </a:blip>
          <a:stretch>
            <a:fillRect/>
          </a:stretch>
        </p:blipFill>
        <p:spPr>
          <a:xfrm>
            <a:off x="2120900" y="6083300"/>
            <a:ext cx="14046200" cy="12700"/>
          </a:xfrm>
          <a:prstGeom prst="rect">
            <a:avLst/>
          </a:prstGeom>
        </p:spPr>
      </p:pic>
      <p:pic>
        <p:nvPicPr>
          <p:cNvPr id="6" name="Picture 6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1277600" y="3708400"/>
            <a:ext cx="4533900" cy="3365500"/>
          </a:xfrm>
          <a:prstGeom prst="rect">
            <a:avLst/>
          </a:prstGeom>
        </p:spPr>
      </p:pic>
      <p:sp>
        <p:nvSpPr>
          <p:cNvPr id="7" name="TextBox 7"/>
          <p:cNvSpPr txBox="1"/>
          <p:nvPr/>
        </p:nvSpPr>
        <p:spPr>
          <a:xfrm>
            <a:off x="7023100" y="698500"/>
            <a:ext cx="4241800" cy="2667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ctr">
              <a:lnSpc>
                <a:spcPct val="124499"/>
              </a:lnSpc>
            </a:pPr>
            <a:r>
              <a:rPr lang="en-US" sz="1500" b="0" i="0" u="none" strike="noStrike">
                <a:solidFill>
                  <a:srgbClr val="F4F4F4"/>
                </a:solidFill>
                <a:latin typeface="Atomy Medium"/>
              </a:rPr>
              <a:t>2026 </a:t>
            </a:r>
            <a:r>
              <a:rPr lang="ko-KR" sz="1500" b="0" i="0" u="none" strike="noStrike">
                <a:solidFill>
                  <a:srgbClr val="F4F4F4"/>
                </a:solidFill>
                <a:ea typeface="Atomy Medium"/>
              </a:rPr>
              <a:t>캡스톤</a:t>
            </a:r>
            <a:r>
              <a:rPr lang="en-US" sz="1500" b="0" i="0" u="none" strike="noStrike">
                <a:solidFill>
                  <a:srgbClr val="F4F4F4"/>
                </a:solidFill>
                <a:latin typeface="Atomy Medium"/>
              </a:rPr>
              <a:t> </a:t>
            </a:r>
            <a:r>
              <a:rPr lang="ko-KR" sz="1500" b="0" i="0" u="none" strike="noStrike">
                <a:solidFill>
                  <a:srgbClr val="F4F4F4"/>
                </a:solidFill>
                <a:ea typeface="Atomy Medium"/>
              </a:rPr>
              <a:t>디자인</a:t>
            </a:r>
            <a:r>
              <a:rPr lang="en-US" sz="1500" b="0" i="0" u="none" strike="noStrike">
                <a:solidFill>
                  <a:srgbClr val="F4F4F4"/>
                </a:solidFill>
                <a:latin typeface="Atomy Medium"/>
              </a:rPr>
              <a:t> </a:t>
            </a:r>
            <a:r>
              <a:rPr lang="ko-KR" sz="1500" b="0" i="0" u="none" strike="noStrike">
                <a:solidFill>
                  <a:srgbClr val="F4F4F4"/>
                </a:solidFill>
                <a:ea typeface="Atomy Medium"/>
              </a:rPr>
              <a:t>졸업작품</a:t>
            </a:r>
            <a:r>
              <a:rPr lang="en-US" sz="1500" b="0" i="0" u="none" strike="noStrike">
                <a:solidFill>
                  <a:srgbClr val="F4F4F4"/>
                </a:solidFill>
                <a:latin typeface="Atomy Medium"/>
              </a:rPr>
              <a:t> </a:t>
            </a:r>
            <a:r>
              <a:rPr lang="ko-KR" sz="1500" b="0" i="0" u="none" strike="noStrike">
                <a:solidFill>
                  <a:srgbClr val="F4F4F4"/>
                </a:solidFill>
                <a:ea typeface="Atomy Medium"/>
              </a:rPr>
              <a:t>프로젝트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4749800" y="2108200"/>
            <a:ext cx="8788400" cy="35560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ctr">
              <a:lnSpc>
                <a:spcPct val="124499"/>
              </a:lnSpc>
            </a:pPr>
            <a:r>
              <a:rPr lang="en-US" sz="20000" b="0" i="0" u="none" strike="noStrike">
                <a:solidFill>
                  <a:srgbClr val="010149"/>
                </a:solidFill>
                <a:latin typeface="Atomy Bold"/>
              </a:rPr>
              <a:t>03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4965700" y="6515100"/>
            <a:ext cx="8331200" cy="5334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ctr">
              <a:lnSpc>
                <a:spcPct val="124499"/>
              </a:lnSpc>
            </a:pPr>
            <a:r>
              <a:rPr lang="en-US" sz="3000" b="0" i="0" u="none" strike="noStrike">
                <a:solidFill>
                  <a:srgbClr val="010149"/>
                </a:solidFill>
                <a:latin typeface="Atomy Medium"/>
              </a:rPr>
              <a:t>AI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4F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5000" y="1193800"/>
            <a:ext cx="17030700" cy="8407400"/>
          </a:xfrm>
          <a:prstGeom prst="rect">
            <a:avLst/>
          </a:prstGeom>
        </p:spPr>
      </p:pic>
      <p:pic>
        <p:nvPicPr>
          <p:cNvPr id="3" name="Picture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64300" y="469900"/>
            <a:ext cx="5346700" cy="736600"/>
          </a:xfrm>
          <a:prstGeom prst="rect">
            <a:avLst/>
          </a:prstGeom>
        </p:spPr>
      </p:pic>
      <p:sp>
        <p:nvSpPr>
          <p:cNvPr id="4" name="TextBox 4"/>
          <p:cNvSpPr txBox="1"/>
          <p:nvPr/>
        </p:nvSpPr>
        <p:spPr>
          <a:xfrm>
            <a:off x="7023100" y="698500"/>
            <a:ext cx="4241800" cy="2667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ctr">
              <a:lnSpc>
                <a:spcPct val="124499"/>
              </a:lnSpc>
            </a:pPr>
            <a:r>
              <a:rPr lang="en-US" sz="1500" b="0" i="0" u="none" strike="noStrike">
                <a:solidFill>
                  <a:srgbClr val="F4F4F4"/>
                </a:solidFill>
                <a:latin typeface="Atomy Medium"/>
              </a:rPr>
              <a:t>2026 </a:t>
            </a:r>
            <a:r>
              <a:rPr lang="ko-KR" sz="1500" b="0" i="0" u="none" strike="noStrike">
                <a:solidFill>
                  <a:srgbClr val="F4F4F4"/>
                </a:solidFill>
                <a:ea typeface="Atomy Medium"/>
              </a:rPr>
              <a:t>캡스톤</a:t>
            </a:r>
            <a:r>
              <a:rPr lang="en-US" sz="1500" b="0" i="0" u="none" strike="noStrike">
                <a:solidFill>
                  <a:srgbClr val="F4F4F4"/>
                </a:solidFill>
                <a:latin typeface="Atomy Medium"/>
              </a:rPr>
              <a:t> </a:t>
            </a:r>
            <a:r>
              <a:rPr lang="ko-KR" sz="1500" b="0" i="0" u="none" strike="noStrike">
                <a:solidFill>
                  <a:srgbClr val="F4F4F4"/>
                </a:solidFill>
                <a:ea typeface="Atomy Medium"/>
              </a:rPr>
              <a:t>디자인</a:t>
            </a:r>
            <a:r>
              <a:rPr lang="en-US" sz="1500" b="0" i="0" u="none" strike="noStrike">
                <a:solidFill>
                  <a:srgbClr val="F4F4F4"/>
                </a:solidFill>
                <a:latin typeface="Atomy Medium"/>
              </a:rPr>
              <a:t> </a:t>
            </a:r>
            <a:r>
              <a:rPr lang="ko-KR" sz="1500" b="0" i="0" u="none" strike="noStrike">
                <a:solidFill>
                  <a:srgbClr val="F4F4F4"/>
                </a:solidFill>
                <a:ea typeface="Atomy Medium"/>
              </a:rPr>
              <a:t>졸업작품</a:t>
            </a:r>
            <a:r>
              <a:rPr lang="en-US" sz="1500" b="0" i="0" u="none" strike="noStrike">
                <a:solidFill>
                  <a:srgbClr val="F4F4F4"/>
                </a:solidFill>
                <a:latin typeface="Atomy Medium"/>
              </a:rPr>
              <a:t> </a:t>
            </a:r>
            <a:r>
              <a:rPr lang="ko-KR" sz="1500" b="0" i="0" u="none" strike="noStrike">
                <a:solidFill>
                  <a:srgbClr val="F4F4F4"/>
                </a:solidFill>
                <a:ea typeface="Atomy Medium"/>
              </a:rPr>
              <a:t>프로젝트</a:t>
            </a:r>
          </a:p>
        </p:txBody>
      </p:sp>
      <p:pic>
        <p:nvPicPr>
          <p:cNvPr id="5" name="Picture 5"/>
          <p:cNvPicPr>
            <a:picLocks noChangeAspect="1"/>
          </p:cNvPicPr>
          <p:nvPr/>
        </p:nvPicPr>
        <p:blipFill>
          <a:blip r:embed="rId4">
            <a:alphaModFix amt="30000"/>
          </a:blip>
          <a:stretch>
            <a:fillRect/>
          </a:stretch>
        </p:blipFill>
        <p:spPr>
          <a:xfrm>
            <a:off x="2120900" y="4216400"/>
            <a:ext cx="14046200" cy="12700"/>
          </a:xfrm>
          <a:prstGeom prst="rect">
            <a:avLst/>
          </a:prstGeom>
        </p:spPr>
      </p:pic>
      <p:sp>
        <p:nvSpPr>
          <p:cNvPr id="6" name="TextBox 6"/>
          <p:cNvSpPr txBox="1"/>
          <p:nvPr/>
        </p:nvSpPr>
        <p:spPr>
          <a:xfrm>
            <a:off x="2120900" y="2184400"/>
            <a:ext cx="8432800" cy="11430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l">
              <a:lnSpc>
                <a:spcPct val="124499"/>
              </a:lnSpc>
            </a:pPr>
            <a:r>
              <a:rPr lang="en-US" sz="6000" b="0" i="0" u="none" strike="noStrike">
                <a:solidFill>
                  <a:srgbClr val="010149"/>
                </a:solidFill>
                <a:latin typeface="Atomy Medium"/>
              </a:rPr>
              <a:t>AI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2120900" y="3340100"/>
            <a:ext cx="8318500" cy="4445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l">
              <a:lnSpc>
                <a:spcPct val="124499"/>
              </a:lnSpc>
            </a:pPr>
            <a:r>
              <a:rPr lang="en-US" sz="2500" b="0" i="0" u="none" strike="noStrike">
                <a:solidFill>
                  <a:srgbClr val="010149"/>
                </a:solidFill>
                <a:latin typeface="Atomy Light"/>
              </a:rPr>
              <a:t>Whisper AI </a:t>
            </a:r>
            <a:r>
              <a:rPr lang="ko-KR" sz="2500" b="0" i="0" u="none" strike="noStrike">
                <a:solidFill>
                  <a:srgbClr val="010149"/>
                </a:solidFill>
                <a:ea typeface="Atomy Light"/>
              </a:rPr>
              <a:t>활용한</a:t>
            </a:r>
            <a:r>
              <a:rPr lang="en-US" sz="2500" b="0" i="0" u="none" strike="noStrike">
                <a:solidFill>
                  <a:srgbClr val="010149"/>
                </a:solidFill>
                <a:latin typeface="Atomy Light"/>
              </a:rPr>
              <a:t> </a:t>
            </a:r>
            <a:r>
              <a:rPr lang="ko-KR" sz="2500" b="0" i="0" u="none" strike="noStrike">
                <a:solidFill>
                  <a:srgbClr val="010149"/>
                </a:solidFill>
                <a:ea typeface="Atomy Light"/>
              </a:rPr>
              <a:t>영상</a:t>
            </a:r>
            <a:r>
              <a:rPr lang="en-US" sz="2500" b="0" i="0" u="none" strike="noStrike">
                <a:solidFill>
                  <a:srgbClr val="010149"/>
                </a:solidFill>
                <a:latin typeface="Atomy Light"/>
              </a:rPr>
              <a:t> </a:t>
            </a:r>
            <a:r>
              <a:rPr lang="ko-KR" sz="2500" b="0" i="0" u="none" strike="noStrike">
                <a:solidFill>
                  <a:srgbClr val="010149"/>
                </a:solidFill>
                <a:ea typeface="Atomy Light"/>
              </a:rPr>
              <a:t>요약</a:t>
            </a:r>
            <a:r>
              <a:rPr lang="en-US" sz="2500" b="0" i="0" u="none" strike="noStrike">
                <a:solidFill>
                  <a:srgbClr val="010149"/>
                </a:solidFill>
                <a:latin typeface="Atomy Light"/>
              </a:rPr>
              <a:t> </a:t>
            </a:r>
            <a:r>
              <a:rPr lang="ko-KR" sz="2500" b="0" i="0" u="none" strike="noStrike">
                <a:solidFill>
                  <a:srgbClr val="010149"/>
                </a:solidFill>
                <a:ea typeface="Atomy Light"/>
              </a:rPr>
              <a:t>과정</a:t>
            </a:r>
          </a:p>
        </p:txBody>
      </p:sp>
      <p:pic>
        <p:nvPicPr>
          <p:cNvPr id="8" name="Picture 8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120900" y="4686300"/>
            <a:ext cx="2451100" cy="2451100"/>
          </a:xfrm>
          <a:prstGeom prst="rect">
            <a:avLst/>
          </a:prstGeom>
        </p:spPr>
      </p:pic>
      <p:pic>
        <p:nvPicPr>
          <p:cNvPr id="9" name="Picture 9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016500" y="4686300"/>
            <a:ext cx="2451100" cy="2451100"/>
          </a:xfrm>
          <a:prstGeom prst="rect">
            <a:avLst/>
          </a:prstGeom>
        </p:spPr>
      </p:pic>
      <p:pic>
        <p:nvPicPr>
          <p:cNvPr id="10" name="Picture 10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912100" y="4686300"/>
            <a:ext cx="2451100" cy="2451100"/>
          </a:xfrm>
          <a:prstGeom prst="rect">
            <a:avLst/>
          </a:prstGeom>
        </p:spPr>
      </p:pic>
      <p:pic>
        <p:nvPicPr>
          <p:cNvPr id="11" name="Picture 11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820400" y="4686300"/>
            <a:ext cx="2451100" cy="2451100"/>
          </a:xfrm>
          <a:prstGeom prst="rect">
            <a:avLst/>
          </a:prstGeom>
        </p:spPr>
      </p:pic>
      <p:pic>
        <p:nvPicPr>
          <p:cNvPr id="12" name="Picture 12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3716000" y="4686300"/>
            <a:ext cx="2451100" cy="2451100"/>
          </a:xfrm>
          <a:prstGeom prst="rect">
            <a:avLst/>
          </a:prstGeom>
        </p:spPr>
      </p:pic>
      <p:pic>
        <p:nvPicPr>
          <p:cNvPr id="13" name="Picture 13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279900" y="5816600"/>
            <a:ext cx="736600" cy="190500"/>
          </a:xfrm>
          <a:prstGeom prst="rect">
            <a:avLst/>
          </a:prstGeom>
        </p:spPr>
      </p:pic>
      <p:pic>
        <p:nvPicPr>
          <p:cNvPr id="14" name="Picture 14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0083800" y="5816600"/>
            <a:ext cx="736600" cy="190500"/>
          </a:xfrm>
          <a:prstGeom prst="rect">
            <a:avLst/>
          </a:prstGeom>
        </p:spPr>
      </p:pic>
      <p:pic>
        <p:nvPicPr>
          <p:cNvPr id="15" name="Picture 15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2979400" y="5816600"/>
            <a:ext cx="736600" cy="190500"/>
          </a:xfrm>
          <a:prstGeom prst="rect">
            <a:avLst/>
          </a:prstGeom>
        </p:spPr>
      </p:pic>
      <p:pic>
        <p:nvPicPr>
          <p:cNvPr id="16" name="Picture 16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3792200" y="2374900"/>
            <a:ext cx="2374900" cy="1536700"/>
          </a:xfrm>
          <a:prstGeom prst="rect">
            <a:avLst/>
          </a:prstGeom>
        </p:spPr>
      </p:pic>
      <p:sp>
        <p:nvSpPr>
          <p:cNvPr id="17" name="TextBox 17"/>
          <p:cNvSpPr txBox="1"/>
          <p:nvPr/>
        </p:nvSpPr>
        <p:spPr>
          <a:xfrm>
            <a:off x="2514600" y="5511800"/>
            <a:ext cx="1676400" cy="4064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ctr">
              <a:lnSpc>
                <a:spcPct val="124499"/>
              </a:lnSpc>
            </a:pPr>
            <a:r>
              <a:rPr lang="ko-KR" sz="2300" b="0" i="0" u="none" strike="noStrike">
                <a:solidFill>
                  <a:srgbClr val="010149"/>
                </a:solidFill>
                <a:ea typeface="Atomy Medium"/>
              </a:rPr>
              <a:t>음성</a:t>
            </a:r>
            <a:r>
              <a:rPr lang="en-US" sz="2300" b="0" i="0" u="none" strike="noStrike">
                <a:solidFill>
                  <a:srgbClr val="010149"/>
                </a:solidFill>
                <a:latin typeface="Atomy Medium"/>
              </a:rPr>
              <a:t> </a:t>
            </a:r>
            <a:r>
              <a:rPr lang="ko-KR" sz="2300" b="0" i="0" u="none" strike="noStrike">
                <a:solidFill>
                  <a:srgbClr val="010149"/>
                </a:solidFill>
                <a:ea typeface="Atomy Medium"/>
              </a:rPr>
              <a:t>변환</a:t>
            </a:r>
            <a:r>
              <a:rPr lang="en-US" sz="2300" b="0" i="0" u="none" strike="noStrike">
                <a:solidFill>
                  <a:srgbClr val="010149"/>
                </a:solidFill>
                <a:latin typeface="Atomy Medium"/>
              </a:rPr>
              <a:t> 1</a:t>
            </a:r>
          </a:p>
        </p:txBody>
      </p:sp>
      <p:sp>
        <p:nvSpPr>
          <p:cNvPr id="18" name="TextBox 18"/>
          <p:cNvSpPr txBox="1"/>
          <p:nvPr/>
        </p:nvSpPr>
        <p:spPr>
          <a:xfrm>
            <a:off x="2514600" y="5969000"/>
            <a:ext cx="1663700" cy="3302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ctr">
              <a:lnSpc>
                <a:spcPct val="157700"/>
              </a:lnSpc>
            </a:pPr>
            <a:r>
              <a:rPr lang="en-US" sz="1800" b="0" i="0" u="none" strike="noStrike">
                <a:solidFill>
                  <a:srgbClr val="010149"/>
                </a:solidFill>
                <a:latin typeface="Atomy Light"/>
              </a:rPr>
              <a:t>STT </a:t>
            </a:r>
            <a:r>
              <a:rPr lang="ko-KR" sz="1800" b="0" i="0" u="none" strike="noStrike">
                <a:solidFill>
                  <a:srgbClr val="010149"/>
                </a:solidFill>
                <a:ea typeface="Atomy Light"/>
              </a:rPr>
              <a:t>변환</a:t>
            </a:r>
          </a:p>
        </p:txBody>
      </p:sp>
      <p:sp>
        <p:nvSpPr>
          <p:cNvPr id="19" name="TextBox 19"/>
          <p:cNvSpPr txBox="1"/>
          <p:nvPr/>
        </p:nvSpPr>
        <p:spPr>
          <a:xfrm>
            <a:off x="5410200" y="5511800"/>
            <a:ext cx="1676400" cy="4064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ctr">
              <a:lnSpc>
                <a:spcPct val="124499"/>
              </a:lnSpc>
            </a:pPr>
            <a:r>
              <a:rPr lang="ko-KR" sz="2300" b="0" i="0" u="none" strike="noStrike">
                <a:solidFill>
                  <a:srgbClr val="010149"/>
                </a:solidFill>
                <a:ea typeface="Atomy Medium"/>
              </a:rPr>
              <a:t>음성</a:t>
            </a:r>
            <a:r>
              <a:rPr lang="en-US" sz="2300" b="0" i="0" u="none" strike="noStrike">
                <a:solidFill>
                  <a:srgbClr val="010149"/>
                </a:solidFill>
                <a:latin typeface="Atomy Medium"/>
              </a:rPr>
              <a:t> </a:t>
            </a:r>
            <a:r>
              <a:rPr lang="ko-KR" sz="2300" b="0" i="0" u="none" strike="noStrike">
                <a:solidFill>
                  <a:srgbClr val="010149"/>
                </a:solidFill>
                <a:ea typeface="Atomy Medium"/>
              </a:rPr>
              <a:t>변환</a:t>
            </a:r>
            <a:r>
              <a:rPr lang="en-US" sz="2300" b="0" i="0" u="none" strike="noStrike">
                <a:solidFill>
                  <a:srgbClr val="010149"/>
                </a:solidFill>
                <a:latin typeface="Atomy Medium"/>
              </a:rPr>
              <a:t> 2</a:t>
            </a:r>
          </a:p>
        </p:txBody>
      </p:sp>
      <p:sp>
        <p:nvSpPr>
          <p:cNvPr id="20" name="TextBox 20"/>
          <p:cNvSpPr txBox="1"/>
          <p:nvPr/>
        </p:nvSpPr>
        <p:spPr>
          <a:xfrm>
            <a:off x="5410200" y="5969000"/>
            <a:ext cx="1663700" cy="3302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ctr">
              <a:lnSpc>
                <a:spcPct val="157700"/>
              </a:lnSpc>
            </a:pPr>
            <a:r>
              <a:rPr lang="ko-KR" sz="1800" b="0" i="0" u="none" strike="noStrike">
                <a:solidFill>
                  <a:srgbClr val="010149"/>
                </a:solidFill>
                <a:ea typeface="Atomy Light"/>
              </a:rPr>
              <a:t>변환</a:t>
            </a:r>
            <a:r>
              <a:rPr lang="en-US" sz="1800" b="0" i="0" u="none" strike="noStrike">
                <a:solidFill>
                  <a:srgbClr val="010149"/>
                </a:solidFill>
                <a:latin typeface="Atomy Light"/>
              </a:rPr>
              <a:t> </a:t>
            </a:r>
            <a:r>
              <a:rPr lang="ko-KR" sz="1800" b="0" i="0" u="none" strike="noStrike">
                <a:solidFill>
                  <a:srgbClr val="010149"/>
                </a:solidFill>
                <a:ea typeface="Atomy Light"/>
              </a:rPr>
              <a:t>결과</a:t>
            </a:r>
            <a:r>
              <a:rPr lang="en-US" sz="1800" b="0" i="0" u="none" strike="noStrike">
                <a:solidFill>
                  <a:srgbClr val="010149"/>
                </a:solidFill>
                <a:latin typeface="Atomy Light"/>
              </a:rPr>
              <a:t> </a:t>
            </a:r>
            <a:r>
              <a:rPr lang="ko-KR" sz="1800" b="0" i="0" u="none" strike="noStrike">
                <a:solidFill>
                  <a:srgbClr val="010149"/>
                </a:solidFill>
                <a:ea typeface="Atomy Light"/>
              </a:rPr>
              <a:t>출력</a:t>
            </a:r>
          </a:p>
        </p:txBody>
      </p:sp>
      <p:sp>
        <p:nvSpPr>
          <p:cNvPr id="21" name="TextBox 21"/>
          <p:cNvSpPr txBox="1"/>
          <p:nvPr/>
        </p:nvSpPr>
        <p:spPr>
          <a:xfrm>
            <a:off x="8305800" y="5511800"/>
            <a:ext cx="1676400" cy="4064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ctr">
              <a:lnSpc>
                <a:spcPct val="124499"/>
              </a:lnSpc>
            </a:pPr>
            <a:r>
              <a:rPr lang="ko-KR" sz="2300" b="0" i="0" u="none" strike="noStrike">
                <a:solidFill>
                  <a:srgbClr val="010149"/>
                </a:solidFill>
                <a:ea typeface="Atomy Medium"/>
              </a:rPr>
              <a:t>영상</a:t>
            </a:r>
            <a:r>
              <a:rPr lang="en-US" sz="2300" b="0" i="0" u="none" strike="noStrike">
                <a:solidFill>
                  <a:srgbClr val="010149"/>
                </a:solidFill>
                <a:latin typeface="Atomy Medium"/>
              </a:rPr>
              <a:t> </a:t>
            </a:r>
            <a:r>
              <a:rPr lang="ko-KR" sz="2300" b="0" i="0" u="none" strike="noStrike">
                <a:solidFill>
                  <a:srgbClr val="010149"/>
                </a:solidFill>
                <a:ea typeface="Atomy Medium"/>
              </a:rPr>
              <a:t>분석</a:t>
            </a:r>
            <a:r>
              <a:rPr lang="en-US" sz="2300" b="0" i="0" u="none" strike="noStrike">
                <a:solidFill>
                  <a:srgbClr val="010149"/>
                </a:solidFill>
                <a:latin typeface="Atomy Medium"/>
              </a:rPr>
              <a:t> 1</a:t>
            </a:r>
          </a:p>
        </p:txBody>
      </p:sp>
      <p:sp>
        <p:nvSpPr>
          <p:cNvPr id="22" name="TextBox 22"/>
          <p:cNvSpPr txBox="1"/>
          <p:nvPr/>
        </p:nvSpPr>
        <p:spPr>
          <a:xfrm>
            <a:off x="8318500" y="5969000"/>
            <a:ext cx="1663700" cy="3302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ctr">
              <a:lnSpc>
                <a:spcPct val="157700"/>
              </a:lnSpc>
            </a:pPr>
            <a:r>
              <a:rPr lang="ko-KR" sz="1800" b="0" i="0" u="none" strike="noStrike">
                <a:solidFill>
                  <a:srgbClr val="010149"/>
                </a:solidFill>
                <a:ea typeface="Atomy Light"/>
              </a:rPr>
              <a:t>유튜브</a:t>
            </a:r>
            <a:r>
              <a:rPr lang="en-US" sz="1800" b="0" i="0" u="none" strike="noStrike">
                <a:solidFill>
                  <a:srgbClr val="010149"/>
                </a:solidFill>
                <a:latin typeface="Atomy Light"/>
              </a:rPr>
              <a:t> </a:t>
            </a:r>
            <a:r>
              <a:rPr lang="ko-KR" sz="1800" b="0" i="0" u="none" strike="noStrike">
                <a:solidFill>
                  <a:srgbClr val="010149"/>
                </a:solidFill>
                <a:ea typeface="Atomy Light"/>
              </a:rPr>
              <a:t>강의</a:t>
            </a:r>
          </a:p>
        </p:txBody>
      </p:sp>
      <p:sp>
        <p:nvSpPr>
          <p:cNvPr id="23" name="TextBox 23"/>
          <p:cNvSpPr txBox="1"/>
          <p:nvPr/>
        </p:nvSpPr>
        <p:spPr>
          <a:xfrm>
            <a:off x="11201400" y="5511800"/>
            <a:ext cx="1676400" cy="4064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ctr">
              <a:lnSpc>
                <a:spcPct val="124499"/>
              </a:lnSpc>
            </a:pPr>
            <a:r>
              <a:rPr lang="ko-KR" sz="2300" b="0" i="0" u="none" strike="noStrike">
                <a:solidFill>
                  <a:srgbClr val="010149"/>
                </a:solidFill>
                <a:ea typeface="Atomy Medium"/>
              </a:rPr>
              <a:t>영상</a:t>
            </a:r>
            <a:r>
              <a:rPr lang="en-US" sz="2300" b="0" i="0" u="none" strike="noStrike">
                <a:solidFill>
                  <a:srgbClr val="010149"/>
                </a:solidFill>
                <a:latin typeface="Atomy Medium"/>
              </a:rPr>
              <a:t> </a:t>
            </a:r>
            <a:r>
              <a:rPr lang="ko-KR" sz="2300" b="0" i="0" u="none" strike="noStrike">
                <a:solidFill>
                  <a:srgbClr val="010149"/>
                </a:solidFill>
                <a:ea typeface="Atomy Medium"/>
              </a:rPr>
              <a:t>분석</a:t>
            </a:r>
            <a:r>
              <a:rPr lang="en-US" sz="2300" b="0" i="0" u="none" strike="noStrike">
                <a:solidFill>
                  <a:srgbClr val="010149"/>
                </a:solidFill>
                <a:latin typeface="Atomy Medium"/>
              </a:rPr>
              <a:t> 2</a:t>
            </a:r>
          </a:p>
        </p:txBody>
      </p:sp>
      <p:sp>
        <p:nvSpPr>
          <p:cNvPr id="24" name="TextBox 24"/>
          <p:cNvSpPr txBox="1"/>
          <p:nvPr/>
        </p:nvSpPr>
        <p:spPr>
          <a:xfrm>
            <a:off x="11214100" y="5969000"/>
            <a:ext cx="1663700" cy="3302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ctr">
              <a:lnSpc>
                <a:spcPct val="157700"/>
              </a:lnSpc>
            </a:pPr>
            <a:r>
              <a:rPr lang="ko-KR" sz="1800" b="0" i="0" u="none" strike="noStrike">
                <a:solidFill>
                  <a:srgbClr val="010149"/>
                </a:solidFill>
                <a:ea typeface="Atomy Light"/>
              </a:rPr>
              <a:t>자동</a:t>
            </a:r>
            <a:r>
              <a:rPr lang="en-US" sz="1800" b="0" i="0" u="none" strike="noStrike">
                <a:solidFill>
                  <a:srgbClr val="010149"/>
                </a:solidFill>
                <a:latin typeface="Atomy Light"/>
              </a:rPr>
              <a:t> </a:t>
            </a:r>
            <a:r>
              <a:rPr lang="ko-KR" sz="1800" b="0" i="0" u="none" strike="noStrike">
                <a:solidFill>
                  <a:srgbClr val="010149"/>
                </a:solidFill>
                <a:ea typeface="Atomy Light"/>
              </a:rPr>
              <a:t>분석</a:t>
            </a:r>
          </a:p>
        </p:txBody>
      </p:sp>
      <p:sp>
        <p:nvSpPr>
          <p:cNvPr id="25" name="TextBox 25"/>
          <p:cNvSpPr txBox="1"/>
          <p:nvPr/>
        </p:nvSpPr>
        <p:spPr>
          <a:xfrm>
            <a:off x="14097000" y="5511800"/>
            <a:ext cx="1676400" cy="4064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ctr">
              <a:lnSpc>
                <a:spcPct val="124499"/>
              </a:lnSpc>
            </a:pPr>
            <a:r>
              <a:rPr lang="ko-KR" sz="2300" b="0" i="0" u="none" strike="noStrike">
                <a:solidFill>
                  <a:srgbClr val="010149"/>
                </a:solidFill>
                <a:ea typeface="Atomy Medium"/>
              </a:rPr>
              <a:t>영상</a:t>
            </a:r>
            <a:r>
              <a:rPr lang="en-US" sz="2300" b="0" i="0" u="none" strike="noStrike">
                <a:solidFill>
                  <a:srgbClr val="010149"/>
                </a:solidFill>
                <a:latin typeface="Atomy Medium"/>
              </a:rPr>
              <a:t> </a:t>
            </a:r>
            <a:r>
              <a:rPr lang="ko-KR" sz="2300" b="0" i="0" u="none" strike="noStrike">
                <a:solidFill>
                  <a:srgbClr val="010149"/>
                </a:solidFill>
                <a:ea typeface="Atomy Medium"/>
              </a:rPr>
              <a:t>분석</a:t>
            </a:r>
            <a:r>
              <a:rPr lang="en-US" sz="2300" b="0" i="0" u="none" strike="noStrike">
                <a:solidFill>
                  <a:srgbClr val="010149"/>
                </a:solidFill>
                <a:latin typeface="Atomy Medium"/>
              </a:rPr>
              <a:t> 3</a:t>
            </a:r>
          </a:p>
        </p:txBody>
      </p:sp>
      <p:sp>
        <p:nvSpPr>
          <p:cNvPr id="26" name="TextBox 26"/>
          <p:cNvSpPr txBox="1"/>
          <p:nvPr/>
        </p:nvSpPr>
        <p:spPr>
          <a:xfrm>
            <a:off x="14109700" y="5969000"/>
            <a:ext cx="1663700" cy="3302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ctr">
              <a:lnSpc>
                <a:spcPct val="157700"/>
              </a:lnSpc>
            </a:pPr>
            <a:r>
              <a:rPr lang="ko-KR" sz="1800" b="0" i="0" u="none" strike="noStrike">
                <a:solidFill>
                  <a:srgbClr val="010149"/>
                </a:solidFill>
                <a:ea typeface="Atomy Light"/>
              </a:rPr>
              <a:t>결과</a:t>
            </a:r>
            <a:r>
              <a:rPr lang="en-US" sz="1800" b="0" i="0" u="none" strike="noStrike">
                <a:solidFill>
                  <a:srgbClr val="010149"/>
                </a:solidFill>
                <a:latin typeface="Atomy Light"/>
              </a:rPr>
              <a:t> </a:t>
            </a:r>
            <a:r>
              <a:rPr lang="ko-KR" sz="1800" b="0" i="0" u="none" strike="noStrike">
                <a:solidFill>
                  <a:srgbClr val="010149"/>
                </a:solidFill>
                <a:ea typeface="Atomy Light"/>
              </a:rPr>
              <a:t>출력</a:t>
            </a:r>
          </a:p>
        </p:txBody>
      </p:sp>
      <p:sp>
        <p:nvSpPr>
          <p:cNvPr id="27" name="TextBox 27"/>
          <p:cNvSpPr txBox="1"/>
          <p:nvPr/>
        </p:nvSpPr>
        <p:spPr>
          <a:xfrm>
            <a:off x="1968500" y="7747000"/>
            <a:ext cx="2755900" cy="2794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ctr">
              <a:lnSpc>
                <a:spcPct val="141100"/>
              </a:lnSpc>
            </a:pPr>
            <a:r>
              <a:rPr lang="ko-KR" sz="1600" b="0" i="0" u="none" strike="noStrike">
                <a:solidFill>
                  <a:srgbClr val="010149"/>
                </a:solidFill>
                <a:ea typeface="Atomy Light"/>
              </a:rPr>
              <a:t>영상</a:t>
            </a:r>
            <a:r>
              <a:rPr lang="en-US" sz="1600" b="0" i="0" u="none" strike="noStrike">
                <a:solidFill>
                  <a:srgbClr val="010149"/>
                </a:solidFill>
                <a:latin typeface="Atomy Light"/>
              </a:rPr>
              <a:t> </a:t>
            </a:r>
            <a:r>
              <a:rPr lang="ko-KR" sz="1600" b="0" i="0" u="none" strike="noStrike">
                <a:solidFill>
                  <a:srgbClr val="010149"/>
                </a:solidFill>
                <a:ea typeface="Atomy Light"/>
              </a:rPr>
              <a:t>오디오</a:t>
            </a:r>
            <a:r>
              <a:rPr lang="en-US" sz="1600" b="0" i="0" u="none" strike="noStrike">
                <a:solidFill>
                  <a:srgbClr val="010149"/>
                </a:solidFill>
                <a:latin typeface="Atomy Light"/>
              </a:rPr>
              <a:t> </a:t>
            </a:r>
            <a:r>
              <a:rPr lang="ko-KR" sz="1600" b="0" i="0" u="none" strike="noStrike">
                <a:solidFill>
                  <a:srgbClr val="010149"/>
                </a:solidFill>
                <a:ea typeface="Atomy Light"/>
              </a:rPr>
              <a:t>추출</a:t>
            </a:r>
            <a:r>
              <a:rPr lang="en-US" sz="1600" b="0" i="0" u="none" strike="noStrike">
                <a:solidFill>
                  <a:srgbClr val="010149"/>
                </a:solidFill>
                <a:latin typeface="Atomy Light"/>
              </a:rPr>
              <a:t> </a:t>
            </a:r>
            <a:r>
              <a:rPr lang="ko-KR" sz="1600" b="0" i="0" u="none" strike="noStrike">
                <a:solidFill>
                  <a:srgbClr val="010149"/>
                </a:solidFill>
                <a:ea typeface="Atomy Light"/>
              </a:rPr>
              <a:t>및</a:t>
            </a:r>
            <a:r>
              <a:rPr lang="en-US" sz="1600" b="0" i="0" u="none" strike="noStrike">
                <a:solidFill>
                  <a:srgbClr val="010149"/>
                </a:solidFill>
                <a:latin typeface="Atomy Light"/>
              </a:rPr>
              <a:t> </a:t>
            </a:r>
            <a:r>
              <a:rPr lang="ko-KR" sz="1600" b="0" i="0" u="none" strike="noStrike">
                <a:solidFill>
                  <a:srgbClr val="010149"/>
                </a:solidFill>
                <a:ea typeface="Atomy Light"/>
              </a:rPr>
              <a:t>텍스트</a:t>
            </a:r>
            <a:r>
              <a:rPr lang="en-US" sz="1600" b="0" i="0" u="none" strike="noStrike">
                <a:solidFill>
                  <a:srgbClr val="010149"/>
                </a:solidFill>
                <a:latin typeface="Atomy Light"/>
              </a:rPr>
              <a:t> </a:t>
            </a:r>
            <a:r>
              <a:rPr lang="ko-KR" sz="1600" b="0" i="0" u="none" strike="noStrike">
                <a:solidFill>
                  <a:srgbClr val="010149"/>
                </a:solidFill>
                <a:ea typeface="Atomy Light"/>
              </a:rPr>
              <a:t>변환</a:t>
            </a:r>
          </a:p>
        </p:txBody>
      </p:sp>
      <p:sp>
        <p:nvSpPr>
          <p:cNvPr id="28" name="TextBox 28"/>
          <p:cNvSpPr txBox="1"/>
          <p:nvPr/>
        </p:nvSpPr>
        <p:spPr>
          <a:xfrm>
            <a:off x="5003800" y="7747000"/>
            <a:ext cx="2489200" cy="2794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ctr">
              <a:lnSpc>
                <a:spcPct val="141100"/>
              </a:lnSpc>
            </a:pPr>
            <a:r>
              <a:rPr lang="ko-KR" sz="1600" b="0" i="0" u="none" strike="noStrike">
                <a:solidFill>
                  <a:srgbClr val="010149"/>
                </a:solidFill>
                <a:ea typeface="Atomy Light"/>
              </a:rPr>
              <a:t>변환된</a:t>
            </a:r>
            <a:r>
              <a:rPr lang="en-US" sz="1600" b="0" i="0" u="none" strike="noStrike">
                <a:solidFill>
                  <a:srgbClr val="010149"/>
                </a:solidFill>
                <a:latin typeface="Atomy Light"/>
              </a:rPr>
              <a:t> </a:t>
            </a:r>
            <a:r>
              <a:rPr lang="ko-KR" sz="1600" b="0" i="0" u="none" strike="noStrike">
                <a:solidFill>
                  <a:srgbClr val="010149"/>
                </a:solidFill>
                <a:ea typeface="Atomy Light"/>
              </a:rPr>
              <a:t>텍스트</a:t>
            </a:r>
            <a:r>
              <a:rPr lang="en-US" sz="1600" b="0" i="0" u="none" strike="noStrike">
                <a:solidFill>
                  <a:srgbClr val="010149"/>
                </a:solidFill>
                <a:latin typeface="Atomy Light"/>
              </a:rPr>
              <a:t> </a:t>
            </a:r>
            <a:r>
              <a:rPr lang="ko-KR" sz="1600" b="0" i="0" u="none" strike="noStrike">
                <a:solidFill>
                  <a:srgbClr val="010149"/>
                </a:solidFill>
                <a:ea typeface="Atomy Light"/>
              </a:rPr>
              <a:t>페이지에</a:t>
            </a:r>
            <a:r>
              <a:rPr lang="en-US" sz="1600" b="0" i="0" u="none" strike="noStrike">
                <a:solidFill>
                  <a:srgbClr val="010149"/>
                </a:solidFill>
                <a:latin typeface="Atomy Light"/>
              </a:rPr>
              <a:t> </a:t>
            </a:r>
            <a:r>
              <a:rPr lang="ko-KR" sz="1600" b="0" i="0" u="none" strike="noStrike">
                <a:solidFill>
                  <a:srgbClr val="010149"/>
                </a:solidFill>
                <a:ea typeface="Atomy Light"/>
              </a:rPr>
              <a:t>출력</a:t>
            </a:r>
          </a:p>
        </p:txBody>
      </p:sp>
      <p:sp>
        <p:nvSpPr>
          <p:cNvPr id="29" name="TextBox 29"/>
          <p:cNvSpPr txBox="1"/>
          <p:nvPr/>
        </p:nvSpPr>
        <p:spPr>
          <a:xfrm>
            <a:off x="7899400" y="7747000"/>
            <a:ext cx="2489200" cy="2794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ctr">
              <a:lnSpc>
                <a:spcPct val="141100"/>
              </a:lnSpc>
            </a:pPr>
            <a:r>
              <a:rPr lang="ko-KR" sz="1600" b="0" i="0" u="none" strike="noStrike">
                <a:solidFill>
                  <a:srgbClr val="010149"/>
                </a:solidFill>
                <a:ea typeface="Atomy Light"/>
              </a:rPr>
              <a:t>유튜브</a:t>
            </a:r>
            <a:r>
              <a:rPr lang="en-US" sz="1600" b="0" i="0" u="none" strike="noStrike">
                <a:solidFill>
                  <a:srgbClr val="010149"/>
                </a:solidFill>
                <a:latin typeface="Atomy Light"/>
              </a:rPr>
              <a:t> </a:t>
            </a:r>
            <a:r>
              <a:rPr lang="ko-KR" sz="1600" b="0" i="0" u="none" strike="noStrike">
                <a:solidFill>
                  <a:srgbClr val="010149"/>
                </a:solidFill>
                <a:ea typeface="Atomy Light"/>
              </a:rPr>
              <a:t>영상</a:t>
            </a:r>
            <a:r>
              <a:rPr lang="en-US" sz="1600" b="0" i="0" u="none" strike="noStrike">
                <a:solidFill>
                  <a:srgbClr val="010149"/>
                </a:solidFill>
                <a:latin typeface="Atomy Light"/>
              </a:rPr>
              <a:t> </a:t>
            </a:r>
            <a:r>
              <a:rPr lang="ko-KR" sz="1600" b="0" i="0" u="none" strike="noStrike">
                <a:solidFill>
                  <a:srgbClr val="010149"/>
                </a:solidFill>
                <a:ea typeface="Atomy Light"/>
              </a:rPr>
              <a:t>링크</a:t>
            </a:r>
            <a:r>
              <a:rPr lang="en-US" sz="1600" b="0" i="0" u="none" strike="noStrike">
                <a:solidFill>
                  <a:srgbClr val="010149"/>
                </a:solidFill>
                <a:latin typeface="Atomy Light"/>
              </a:rPr>
              <a:t> </a:t>
            </a:r>
            <a:r>
              <a:rPr lang="ko-KR" sz="1600" b="0" i="0" u="none" strike="noStrike">
                <a:solidFill>
                  <a:srgbClr val="010149"/>
                </a:solidFill>
                <a:ea typeface="Atomy Light"/>
              </a:rPr>
              <a:t>입력</a:t>
            </a:r>
          </a:p>
        </p:txBody>
      </p:sp>
      <p:sp>
        <p:nvSpPr>
          <p:cNvPr id="30" name="TextBox 30"/>
          <p:cNvSpPr txBox="1"/>
          <p:nvPr/>
        </p:nvSpPr>
        <p:spPr>
          <a:xfrm>
            <a:off x="10795000" y="7569200"/>
            <a:ext cx="2489200" cy="6350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ctr">
              <a:lnSpc>
                <a:spcPct val="141100"/>
              </a:lnSpc>
            </a:pPr>
            <a:r>
              <a:rPr lang="ko-KR" sz="1600" b="0" i="0" u="none" strike="noStrike">
                <a:solidFill>
                  <a:srgbClr val="010149"/>
                </a:solidFill>
                <a:ea typeface="Atomy Light"/>
              </a:rPr>
              <a:t>음성</a:t>
            </a:r>
            <a:r>
              <a:rPr lang="en-US" sz="1600" b="0" i="0" u="none" strike="noStrike">
                <a:solidFill>
                  <a:srgbClr val="010149"/>
                </a:solidFill>
                <a:latin typeface="Atomy Light"/>
              </a:rPr>
              <a:t> </a:t>
            </a:r>
            <a:r>
              <a:rPr lang="ko-KR" sz="1600" b="0" i="0" u="none" strike="noStrike">
                <a:solidFill>
                  <a:srgbClr val="010149"/>
                </a:solidFill>
                <a:ea typeface="Atomy Light"/>
              </a:rPr>
              <a:t>변환</a:t>
            </a:r>
            <a:r>
              <a:rPr lang="en-US" sz="1600" b="0" i="0" u="none" strike="noStrike">
                <a:solidFill>
                  <a:srgbClr val="010149"/>
                </a:solidFill>
                <a:latin typeface="Atomy Light"/>
              </a:rPr>
              <a:t> </a:t>
            </a:r>
            <a:r>
              <a:rPr lang="ko-KR" sz="1600" b="0" i="0" u="none" strike="noStrike">
                <a:solidFill>
                  <a:srgbClr val="010149"/>
                </a:solidFill>
                <a:ea typeface="Atomy Light"/>
              </a:rPr>
              <a:t>과정</a:t>
            </a:r>
            <a:r>
              <a:rPr lang="en-US" sz="1600" b="0" i="0" u="none" strike="noStrike">
                <a:solidFill>
                  <a:srgbClr val="010149"/>
                </a:solidFill>
                <a:latin typeface="Atomy Light"/>
              </a:rPr>
              <a:t> </a:t>
            </a:r>
            <a:r>
              <a:rPr lang="ko-KR" sz="1600" b="0" i="0" u="none" strike="noStrike">
                <a:solidFill>
                  <a:srgbClr val="010149"/>
                </a:solidFill>
                <a:ea typeface="Atomy Light"/>
              </a:rPr>
              <a:t>기반</a:t>
            </a:r>
            <a:r>
              <a:rPr lang="en-US" sz="1600" b="0" i="0" u="none" strike="noStrike">
                <a:solidFill>
                  <a:srgbClr val="010149"/>
                </a:solidFill>
                <a:latin typeface="Atomy Light"/>
              </a:rPr>
              <a:t> </a:t>
            </a:r>
            <a:r>
              <a:rPr lang="ko-KR" sz="1600" b="0" i="0" u="none" strike="noStrike">
                <a:solidFill>
                  <a:srgbClr val="010149"/>
                </a:solidFill>
                <a:ea typeface="Atomy Light"/>
              </a:rPr>
              <a:t>텍스트</a:t>
            </a:r>
          </a:p>
          <a:p>
            <a:pPr lvl="0" algn="ctr">
              <a:lnSpc>
                <a:spcPct val="141100"/>
              </a:lnSpc>
            </a:pPr>
            <a:r>
              <a:rPr lang="ko-KR" sz="1600" b="0" i="0" u="none" strike="noStrike">
                <a:solidFill>
                  <a:srgbClr val="010149"/>
                </a:solidFill>
                <a:ea typeface="Atomy Light"/>
              </a:rPr>
              <a:t>분석</a:t>
            </a:r>
            <a:r>
              <a:rPr lang="en-US" sz="1600" b="0" i="0" u="none" strike="noStrike">
                <a:solidFill>
                  <a:srgbClr val="010149"/>
                </a:solidFill>
                <a:latin typeface="Atomy Light"/>
              </a:rPr>
              <a:t> </a:t>
            </a:r>
            <a:r>
              <a:rPr lang="ko-KR" sz="1600" b="0" i="0" u="none" strike="noStrike">
                <a:solidFill>
                  <a:srgbClr val="010149"/>
                </a:solidFill>
                <a:ea typeface="Atomy Light"/>
              </a:rPr>
              <a:t>및</a:t>
            </a:r>
            <a:r>
              <a:rPr lang="en-US" sz="1600" b="0" i="0" u="none" strike="noStrike">
                <a:solidFill>
                  <a:srgbClr val="010149"/>
                </a:solidFill>
                <a:latin typeface="Atomy Light"/>
              </a:rPr>
              <a:t> </a:t>
            </a:r>
            <a:r>
              <a:rPr lang="ko-KR" sz="1600" b="0" i="0" u="none" strike="noStrike">
                <a:solidFill>
                  <a:srgbClr val="010149"/>
                </a:solidFill>
                <a:ea typeface="Atomy Light"/>
              </a:rPr>
              <a:t>요약</a:t>
            </a:r>
          </a:p>
        </p:txBody>
      </p:sp>
      <p:sp>
        <p:nvSpPr>
          <p:cNvPr id="31" name="TextBox 31"/>
          <p:cNvSpPr txBox="1"/>
          <p:nvPr/>
        </p:nvSpPr>
        <p:spPr>
          <a:xfrm>
            <a:off x="13601700" y="7404100"/>
            <a:ext cx="2654300" cy="9779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ctr">
              <a:lnSpc>
                <a:spcPct val="141100"/>
              </a:lnSpc>
            </a:pPr>
            <a:r>
              <a:rPr lang="ko-KR" sz="1600" b="0" i="0" u="none" strike="noStrike">
                <a:solidFill>
                  <a:srgbClr val="010149"/>
                </a:solidFill>
                <a:ea typeface="Atomy Light"/>
              </a:rPr>
              <a:t>요약</a:t>
            </a:r>
            <a:r>
              <a:rPr lang="en-US" sz="1600" b="0" i="0" u="none" strike="noStrike">
                <a:solidFill>
                  <a:srgbClr val="010149"/>
                </a:solidFill>
                <a:latin typeface="Atomy Light"/>
              </a:rPr>
              <a:t> </a:t>
            </a:r>
            <a:r>
              <a:rPr lang="ko-KR" sz="1600" b="0" i="0" u="none" strike="noStrike">
                <a:solidFill>
                  <a:srgbClr val="010149"/>
                </a:solidFill>
                <a:ea typeface="Atomy Light"/>
              </a:rPr>
              <a:t>결과</a:t>
            </a:r>
            <a:r>
              <a:rPr lang="en-US" sz="1600" b="0" i="0" u="none" strike="noStrike">
                <a:solidFill>
                  <a:srgbClr val="010149"/>
                </a:solidFill>
                <a:latin typeface="Atomy Light"/>
              </a:rPr>
              <a:t> </a:t>
            </a:r>
            <a:r>
              <a:rPr lang="ko-KR" sz="1600" b="0" i="0" u="none" strike="noStrike">
                <a:solidFill>
                  <a:srgbClr val="010149"/>
                </a:solidFill>
                <a:ea typeface="Atomy Light"/>
              </a:rPr>
              <a:t>페이지에</a:t>
            </a:r>
            <a:r>
              <a:rPr lang="en-US" sz="1600" b="0" i="0" u="none" strike="noStrike">
                <a:solidFill>
                  <a:srgbClr val="010149"/>
                </a:solidFill>
                <a:latin typeface="Atomy Light"/>
              </a:rPr>
              <a:t> </a:t>
            </a:r>
            <a:r>
              <a:rPr lang="ko-KR" sz="1600" b="0" i="0" u="none" strike="noStrike">
                <a:solidFill>
                  <a:srgbClr val="010149"/>
                </a:solidFill>
                <a:ea typeface="Atomy Light"/>
              </a:rPr>
              <a:t>출력</a:t>
            </a:r>
          </a:p>
          <a:p>
            <a:pPr lvl="0" algn="ctr">
              <a:lnSpc>
                <a:spcPct val="141100"/>
              </a:lnSpc>
            </a:pPr>
            <a:r>
              <a:rPr lang="ko-KR" sz="1600" b="0" i="0" u="none" strike="noStrike">
                <a:solidFill>
                  <a:srgbClr val="010149"/>
                </a:solidFill>
                <a:ea typeface="Atomy Light"/>
              </a:rPr>
              <a:t>강의</a:t>
            </a:r>
            <a:r>
              <a:rPr lang="en-US" sz="1600" b="0" i="0" u="none" strike="noStrike">
                <a:solidFill>
                  <a:srgbClr val="010149"/>
                </a:solidFill>
                <a:latin typeface="Atomy Light"/>
              </a:rPr>
              <a:t> </a:t>
            </a:r>
            <a:r>
              <a:rPr lang="ko-KR" sz="1600" b="0" i="0" u="none" strike="noStrike">
                <a:solidFill>
                  <a:srgbClr val="010149"/>
                </a:solidFill>
                <a:ea typeface="Atomy Light"/>
              </a:rPr>
              <a:t>흐름과</a:t>
            </a:r>
            <a:r>
              <a:rPr lang="en-US" sz="1600" b="0" i="0" u="none" strike="noStrike">
                <a:solidFill>
                  <a:srgbClr val="010149"/>
                </a:solidFill>
                <a:latin typeface="Atomy Light"/>
              </a:rPr>
              <a:t> </a:t>
            </a:r>
            <a:r>
              <a:rPr lang="ko-KR" sz="1600" b="0" i="0" u="none" strike="noStrike">
                <a:solidFill>
                  <a:srgbClr val="010149"/>
                </a:solidFill>
                <a:ea typeface="Atomy Light"/>
              </a:rPr>
              <a:t>학습</a:t>
            </a:r>
            <a:r>
              <a:rPr lang="en-US" sz="1600" b="0" i="0" u="none" strike="noStrike">
                <a:solidFill>
                  <a:srgbClr val="010149"/>
                </a:solidFill>
                <a:latin typeface="Atomy Light"/>
              </a:rPr>
              <a:t> </a:t>
            </a:r>
            <a:r>
              <a:rPr lang="ko-KR" sz="1600" b="0" i="0" u="none" strike="noStrike">
                <a:solidFill>
                  <a:srgbClr val="010149"/>
                </a:solidFill>
                <a:ea typeface="Atomy Light"/>
              </a:rPr>
              <a:t>키워드로</a:t>
            </a:r>
          </a:p>
          <a:p>
            <a:pPr lvl="0" algn="ctr">
              <a:lnSpc>
                <a:spcPct val="141100"/>
              </a:lnSpc>
            </a:pPr>
            <a:r>
              <a:rPr lang="ko-KR" sz="1600" b="0" i="0" u="none" strike="noStrike">
                <a:solidFill>
                  <a:srgbClr val="010149"/>
                </a:solidFill>
                <a:ea typeface="Atomy Light"/>
              </a:rPr>
              <a:t>자동</a:t>
            </a:r>
            <a:r>
              <a:rPr lang="en-US" sz="1600" b="0" i="0" u="none" strike="noStrike">
                <a:solidFill>
                  <a:srgbClr val="010149"/>
                </a:solidFill>
                <a:latin typeface="Atomy Light"/>
              </a:rPr>
              <a:t> </a:t>
            </a:r>
            <a:r>
              <a:rPr lang="ko-KR" sz="1600" b="0" i="0" u="none" strike="noStrike">
                <a:solidFill>
                  <a:srgbClr val="010149"/>
                </a:solidFill>
                <a:ea typeface="Atomy Light"/>
              </a:rPr>
              <a:t>분류</a:t>
            </a:r>
            <a:r>
              <a:rPr lang="en-US" sz="1600" b="0" i="0" u="none" strike="noStrike">
                <a:solidFill>
                  <a:srgbClr val="010149"/>
                </a:solidFill>
                <a:latin typeface="Atomy Light"/>
              </a:rPr>
              <a:t> </a:t>
            </a:r>
            <a:r>
              <a:rPr lang="ko-KR" sz="1600" b="0" i="0" u="none" strike="noStrike">
                <a:solidFill>
                  <a:srgbClr val="010149"/>
                </a:solidFill>
                <a:ea typeface="Atomy Light"/>
              </a:rPr>
              <a:t>후</a:t>
            </a:r>
            <a:r>
              <a:rPr lang="en-US" sz="1600" b="0" i="0" u="none" strike="noStrike">
                <a:solidFill>
                  <a:srgbClr val="010149"/>
                </a:solidFill>
                <a:latin typeface="Atomy Light"/>
              </a:rPr>
              <a:t> .txt</a:t>
            </a:r>
            <a:r>
              <a:rPr lang="ko-KR" sz="1600" b="0" i="0" u="none" strike="noStrike">
                <a:solidFill>
                  <a:srgbClr val="010149"/>
                </a:solidFill>
                <a:ea typeface="Atomy Light"/>
              </a:rPr>
              <a:t>파일로</a:t>
            </a:r>
            <a:r>
              <a:rPr lang="en-US" sz="1600" b="0" i="0" u="none" strike="noStrike">
                <a:solidFill>
                  <a:srgbClr val="010149"/>
                </a:solidFill>
                <a:latin typeface="Atomy Light"/>
              </a:rPr>
              <a:t> </a:t>
            </a:r>
            <a:r>
              <a:rPr lang="ko-KR" sz="1600" b="0" i="0" u="none" strike="noStrike">
                <a:solidFill>
                  <a:srgbClr val="010149"/>
                </a:solidFill>
                <a:ea typeface="Atomy Light"/>
              </a:rPr>
              <a:t>저장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4F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5000" y="1193800"/>
            <a:ext cx="17030700" cy="8407400"/>
          </a:xfrm>
          <a:prstGeom prst="rect">
            <a:avLst/>
          </a:prstGeom>
        </p:spPr>
      </p:pic>
      <p:pic>
        <p:nvPicPr>
          <p:cNvPr id="3" name="Picture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64300" y="469900"/>
            <a:ext cx="5346700" cy="736600"/>
          </a:xfrm>
          <a:prstGeom prst="rect">
            <a:avLst/>
          </a:prstGeom>
        </p:spPr>
      </p:pic>
      <p:sp>
        <p:nvSpPr>
          <p:cNvPr id="4" name="TextBox 4"/>
          <p:cNvSpPr txBox="1"/>
          <p:nvPr/>
        </p:nvSpPr>
        <p:spPr>
          <a:xfrm>
            <a:off x="7023100" y="698500"/>
            <a:ext cx="4241800" cy="2667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ctr">
              <a:lnSpc>
                <a:spcPct val="124499"/>
              </a:lnSpc>
            </a:pPr>
            <a:r>
              <a:rPr lang="en-US" sz="1500" b="0" i="0" u="none" strike="noStrike">
                <a:solidFill>
                  <a:srgbClr val="F4F4F4"/>
                </a:solidFill>
                <a:latin typeface="Atomy Medium"/>
              </a:rPr>
              <a:t>2026 </a:t>
            </a:r>
            <a:r>
              <a:rPr lang="ko-KR" sz="1500" b="0" i="0" u="none" strike="noStrike">
                <a:solidFill>
                  <a:srgbClr val="F4F4F4"/>
                </a:solidFill>
                <a:ea typeface="Atomy Medium"/>
              </a:rPr>
              <a:t>캡스톤</a:t>
            </a:r>
            <a:r>
              <a:rPr lang="en-US" sz="1500" b="0" i="0" u="none" strike="noStrike">
                <a:solidFill>
                  <a:srgbClr val="F4F4F4"/>
                </a:solidFill>
                <a:latin typeface="Atomy Medium"/>
              </a:rPr>
              <a:t> </a:t>
            </a:r>
            <a:r>
              <a:rPr lang="ko-KR" sz="1500" b="0" i="0" u="none" strike="noStrike">
                <a:solidFill>
                  <a:srgbClr val="F4F4F4"/>
                </a:solidFill>
                <a:ea typeface="Atomy Medium"/>
              </a:rPr>
              <a:t>디자인</a:t>
            </a:r>
            <a:r>
              <a:rPr lang="en-US" sz="1500" b="0" i="0" u="none" strike="noStrike">
                <a:solidFill>
                  <a:srgbClr val="F4F4F4"/>
                </a:solidFill>
                <a:latin typeface="Atomy Medium"/>
              </a:rPr>
              <a:t> </a:t>
            </a:r>
            <a:r>
              <a:rPr lang="ko-KR" sz="1500" b="0" i="0" u="none" strike="noStrike">
                <a:solidFill>
                  <a:srgbClr val="F4F4F4"/>
                </a:solidFill>
                <a:ea typeface="Atomy Medium"/>
              </a:rPr>
              <a:t>졸업작품</a:t>
            </a:r>
            <a:r>
              <a:rPr lang="en-US" sz="1500" b="0" i="0" u="none" strike="noStrike">
                <a:solidFill>
                  <a:srgbClr val="F4F4F4"/>
                </a:solidFill>
                <a:latin typeface="Atomy Medium"/>
              </a:rPr>
              <a:t> </a:t>
            </a:r>
            <a:r>
              <a:rPr lang="ko-KR" sz="1500" b="0" i="0" u="none" strike="noStrike">
                <a:solidFill>
                  <a:srgbClr val="F4F4F4"/>
                </a:solidFill>
                <a:ea typeface="Atomy Medium"/>
              </a:rPr>
              <a:t>프로젝트</a:t>
            </a:r>
          </a:p>
        </p:txBody>
      </p:sp>
      <p:pic>
        <p:nvPicPr>
          <p:cNvPr id="5" name="Picture 5"/>
          <p:cNvPicPr>
            <a:picLocks noChangeAspect="1"/>
          </p:cNvPicPr>
          <p:nvPr/>
        </p:nvPicPr>
        <p:blipFill>
          <a:blip r:embed="rId4">
            <a:alphaModFix amt="30000"/>
          </a:blip>
          <a:stretch>
            <a:fillRect/>
          </a:stretch>
        </p:blipFill>
        <p:spPr>
          <a:xfrm>
            <a:off x="2120900" y="4216400"/>
            <a:ext cx="14046200" cy="12700"/>
          </a:xfrm>
          <a:prstGeom prst="rect">
            <a:avLst/>
          </a:prstGeom>
        </p:spPr>
      </p:pic>
      <p:sp>
        <p:nvSpPr>
          <p:cNvPr id="6" name="TextBox 6"/>
          <p:cNvSpPr txBox="1"/>
          <p:nvPr/>
        </p:nvSpPr>
        <p:spPr>
          <a:xfrm>
            <a:off x="2120900" y="2222500"/>
            <a:ext cx="8432800" cy="10668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l">
              <a:lnSpc>
                <a:spcPct val="124499"/>
              </a:lnSpc>
            </a:pPr>
            <a:r>
              <a:rPr lang="ko-KR" sz="6000" b="0" i="0" u="none" strike="noStrike">
                <a:solidFill>
                  <a:srgbClr val="010149"/>
                </a:solidFill>
                <a:ea typeface="Atomy Medium"/>
              </a:rPr>
              <a:t>피드백</a:t>
            </a:r>
            <a:r>
              <a:rPr lang="en-US" sz="6000" b="0" i="0" u="none" strike="noStrike">
                <a:solidFill>
                  <a:srgbClr val="010149"/>
                </a:solidFill>
                <a:latin typeface="Atomy Medium"/>
              </a:rPr>
              <a:t> </a:t>
            </a:r>
            <a:r>
              <a:rPr lang="ko-KR" sz="6000" b="0" i="0" u="none" strike="noStrike">
                <a:solidFill>
                  <a:srgbClr val="010149"/>
                </a:solidFill>
                <a:ea typeface="Atomy Medium"/>
              </a:rPr>
              <a:t>수용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2324100" y="4914900"/>
            <a:ext cx="6629400" cy="4064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l">
              <a:lnSpc>
                <a:spcPct val="124499"/>
              </a:lnSpc>
            </a:pPr>
            <a:r>
              <a:rPr lang="en-US" sz="2300" b="0" i="0" u="none" strike="noStrike">
                <a:solidFill>
                  <a:srgbClr val="010149"/>
                </a:solidFill>
                <a:latin typeface="Atomy Medium"/>
              </a:rPr>
              <a:t>     </a:t>
            </a:r>
            <a:r>
              <a:rPr lang="ko-KR" sz="2300" b="0" i="0" u="none" strike="noStrike">
                <a:solidFill>
                  <a:srgbClr val="010149"/>
                </a:solidFill>
                <a:ea typeface="Atomy Medium"/>
              </a:rPr>
              <a:t>단순</a:t>
            </a:r>
            <a:r>
              <a:rPr lang="en-US" sz="2300" b="0" i="0" u="none" strike="noStrike">
                <a:solidFill>
                  <a:srgbClr val="010149"/>
                </a:solidFill>
                <a:latin typeface="Atomy Medium"/>
              </a:rPr>
              <a:t> API </a:t>
            </a:r>
            <a:r>
              <a:rPr lang="ko-KR" sz="2300" b="0" i="0" u="none" strike="noStrike">
                <a:solidFill>
                  <a:srgbClr val="010149"/>
                </a:solidFill>
                <a:ea typeface="Atomy Medium"/>
              </a:rPr>
              <a:t>호출</a:t>
            </a:r>
            <a:r>
              <a:rPr lang="en-US" sz="2300" b="0" i="0" u="none" strike="noStrike">
                <a:solidFill>
                  <a:srgbClr val="010149"/>
                </a:solidFill>
                <a:latin typeface="Atomy Medium"/>
              </a:rPr>
              <a:t> </a:t>
            </a:r>
            <a:r>
              <a:rPr lang="ko-KR" sz="2300" b="0" i="0" u="none" strike="noStrike">
                <a:solidFill>
                  <a:srgbClr val="010149"/>
                </a:solidFill>
                <a:ea typeface="Atomy Medium"/>
              </a:rPr>
              <a:t>지양</a:t>
            </a:r>
          </a:p>
        </p:txBody>
      </p:sp>
      <p:pic>
        <p:nvPicPr>
          <p:cNvPr id="8" name="Picture 8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387600" y="4991100"/>
            <a:ext cx="190500" cy="292100"/>
          </a:xfrm>
          <a:prstGeom prst="rect">
            <a:avLst/>
          </a:prstGeom>
        </p:spPr>
      </p:pic>
      <p:sp>
        <p:nvSpPr>
          <p:cNvPr id="9" name="TextBox 9"/>
          <p:cNvSpPr txBox="1"/>
          <p:nvPr/>
        </p:nvSpPr>
        <p:spPr>
          <a:xfrm>
            <a:off x="2387600" y="5397500"/>
            <a:ext cx="6134100" cy="7493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l">
              <a:lnSpc>
                <a:spcPct val="157700"/>
              </a:lnSpc>
            </a:pPr>
            <a:r>
              <a:rPr lang="ko-KR" sz="1800" b="0" i="0" u="none" strike="noStrike" dirty="0">
                <a:solidFill>
                  <a:srgbClr val="010149"/>
                </a:solidFill>
                <a:ea typeface="Atomy Light"/>
              </a:rPr>
              <a:t>기존</a:t>
            </a:r>
            <a:r>
              <a:rPr lang="en-US" sz="1800" b="0" i="0" u="none" strike="noStrike" dirty="0">
                <a:solidFill>
                  <a:srgbClr val="010149"/>
                </a:solidFill>
                <a:latin typeface="Atomy Light"/>
              </a:rPr>
              <a:t> </a:t>
            </a:r>
            <a:r>
              <a:rPr lang="ko-KR" sz="1800" b="0" i="0" u="none" strike="noStrike" dirty="0">
                <a:solidFill>
                  <a:srgbClr val="010149"/>
                </a:solidFill>
                <a:ea typeface="Atomy Light"/>
              </a:rPr>
              <a:t>유튜브</a:t>
            </a:r>
            <a:r>
              <a:rPr lang="en-US" sz="1800" b="0" i="0" u="none" strike="noStrike" dirty="0">
                <a:solidFill>
                  <a:srgbClr val="010149"/>
                </a:solidFill>
                <a:latin typeface="Atomy Light"/>
              </a:rPr>
              <a:t> </a:t>
            </a:r>
            <a:r>
              <a:rPr lang="ko-KR" sz="1800" b="0" i="0" u="none" strike="noStrike" dirty="0">
                <a:solidFill>
                  <a:srgbClr val="010149"/>
                </a:solidFill>
                <a:ea typeface="Atomy Light"/>
              </a:rPr>
              <a:t>자막</a:t>
            </a:r>
            <a:r>
              <a:rPr lang="en-US" sz="1800" b="0" i="0" u="none" strike="noStrike" dirty="0">
                <a:solidFill>
                  <a:srgbClr val="010149"/>
                </a:solidFill>
                <a:latin typeface="Atomy Light"/>
              </a:rPr>
              <a:t> API</a:t>
            </a:r>
            <a:r>
              <a:rPr lang="ko-KR" sz="1800" b="0" i="0" u="none" strike="noStrike" dirty="0">
                <a:solidFill>
                  <a:srgbClr val="010149"/>
                </a:solidFill>
                <a:ea typeface="Atomy Light"/>
              </a:rPr>
              <a:t>에</a:t>
            </a:r>
            <a:r>
              <a:rPr lang="en-US" sz="1800" b="0" i="0" u="none" strike="noStrike" dirty="0">
                <a:solidFill>
                  <a:srgbClr val="010149"/>
                </a:solidFill>
                <a:latin typeface="Atomy Light"/>
              </a:rPr>
              <a:t> </a:t>
            </a:r>
            <a:r>
              <a:rPr lang="ko-KR" sz="1800" b="0" i="0" u="none" strike="noStrike" dirty="0">
                <a:solidFill>
                  <a:srgbClr val="010149"/>
                </a:solidFill>
                <a:ea typeface="Atomy Light"/>
              </a:rPr>
              <a:t>의존하던</a:t>
            </a:r>
            <a:r>
              <a:rPr lang="en-US" sz="1800" b="0" i="0" u="none" strike="noStrike" dirty="0">
                <a:solidFill>
                  <a:srgbClr val="010149"/>
                </a:solidFill>
                <a:latin typeface="Atomy Light"/>
              </a:rPr>
              <a:t> </a:t>
            </a:r>
            <a:r>
              <a:rPr lang="ko-KR" sz="1800" b="0" i="0" u="none" strike="noStrike" dirty="0">
                <a:solidFill>
                  <a:srgbClr val="010149"/>
                </a:solidFill>
                <a:ea typeface="Atomy Light"/>
              </a:rPr>
              <a:t>방식</a:t>
            </a:r>
            <a:r>
              <a:rPr lang="en-US" sz="1800" b="0" i="0" u="none" strike="noStrike" dirty="0">
                <a:solidFill>
                  <a:srgbClr val="010149"/>
                </a:solidFill>
                <a:latin typeface="Atomy Light"/>
              </a:rPr>
              <a:t> </a:t>
            </a:r>
            <a:r>
              <a:rPr lang="ko-KR" sz="1800" b="0" i="0" u="none" strike="noStrike" dirty="0">
                <a:solidFill>
                  <a:srgbClr val="010149"/>
                </a:solidFill>
                <a:ea typeface="Atomy Light"/>
              </a:rPr>
              <a:t>폐기</a:t>
            </a:r>
          </a:p>
          <a:p>
            <a:pPr lvl="0" algn="l">
              <a:lnSpc>
                <a:spcPct val="157700"/>
              </a:lnSpc>
            </a:pPr>
            <a:r>
              <a:rPr lang="ko-KR" sz="1800" b="0" i="0" u="none" strike="noStrike" dirty="0">
                <a:solidFill>
                  <a:srgbClr val="010149"/>
                </a:solidFill>
                <a:ea typeface="Atomy Light"/>
              </a:rPr>
              <a:t>영상을</a:t>
            </a:r>
            <a:r>
              <a:rPr lang="en-US" sz="1800" b="0" i="0" u="none" strike="noStrike" dirty="0">
                <a:solidFill>
                  <a:srgbClr val="010149"/>
                </a:solidFill>
                <a:latin typeface="Atomy Light"/>
              </a:rPr>
              <a:t> </a:t>
            </a:r>
            <a:r>
              <a:rPr lang="ko-KR" sz="1800" b="0" i="0" u="none" strike="noStrike" dirty="0">
                <a:solidFill>
                  <a:srgbClr val="010149"/>
                </a:solidFill>
                <a:ea typeface="Atomy Light"/>
              </a:rPr>
              <a:t>직접</a:t>
            </a:r>
            <a:r>
              <a:rPr lang="en-US" sz="1800" b="0" i="0" u="none" strike="noStrike" dirty="0">
                <a:solidFill>
                  <a:srgbClr val="010149"/>
                </a:solidFill>
                <a:latin typeface="Atomy Light"/>
              </a:rPr>
              <a:t> </a:t>
            </a:r>
            <a:r>
              <a:rPr lang="ko-KR" sz="1800" b="0" i="0" u="none" strike="noStrike" dirty="0">
                <a:solidFill>
                  <a:srgbClr val="010149"/>
                </a:solidFill>
                <a:ea typeface="Atomy Light"/>
              </a:rPr>
              <a:t>듣고</a:t>
            </a:r>
            <a:r>
              <a:rPr lang="en-US" sz="1800" b="0" i="0" u="none" strike="noStrike" dirty="0">
                <a:solidFill>
                  <a:srgbClr val="010149"/>
                </a:solidFill>
                <a:latin typeface="Atomy Light"/>
              </a:rPr>
              <a:t> </a:t>
            </a:r>
            <a:r>
              <a:rPr lang="ko-KR" sz="1800" b="0" i="0" u="none" strike="noStrike" dirty="0">
                <a:solidFill>
                  <a:srgbClr val="010149"/>
                </a:solidFill>
                <a:ea typeface="Atomy Light"/>
              </a:rPr>
              <a:t>분석하는</a:t>
            </a:r>
            <a:r>
              <a:rPr lang="en-US" sz="1800" b="0" i="0" u="none" strike="noStrike" dirty="0">
                <a:solidFill>
                  <a:srgbClr val="010149"/>
                </a:solidFill>
                <a:latin typeface="Atomy Light"/>
              </a:rPr>
              <a:t> </a:t>
            </a:r>
            <a:r>
              <a:rPr lang="ko-KR" sz="1800" b="0" i="0" u="none" strike="noStrike" dirty="0">
                <a:solidFill>
                  <a:srgbClr val="010149"/>
                </a:solidFill>
                <a:ea typeface="Atomy Light"/>
              </a:rPr>
              <a:t>독자적</a:t>
            </a:r>
            <a:r>
              <a:rPr lang="en-US" sz="1800" b="0" i="0" u="none" strike="noStrike" dirty="0">
                <a:solidFill>
                  <a:srgbClr val="010149"/>
                </a:solidFill>
                <a:latin typeface="Atomy Light"/>
              </a:rPr>
              <a:t> </a:t>
            </a:r>
            <a:r>
              <a:rPr lang="ko-KR" sz="1800" b="0" i="0" u="none" strike="noStrike" dirty="0" err="1">
                <a:solidFill>
                  <a:srgbClr val="010149"/>
                </a:solidFill>
                <a:ea typeface="Atomy Light"/>
              </a:rPr>
              <a:t>멀티모달</a:t>
            </a:r>
            <a:r>
              <a:rPr lang="en-US" sz="1800" b="0" i="0" u="none" strike="noStrike" dirty="0">
                <a:solidFill>
                  <a:srgbClr val="010149"/>
                </a:solidFill>
                <a:latin typeface="Atomy Light"/>
              </a:rPr>
              <a:t> </a:t>
            </a:r>
            <a:r>
              <a:rPr lang="ko-KR" sz="1800" b="0" i="0" u="none" strike="noStrike" dirty="0">
                <a:solidFill>
                  <a:srgbClr val="010149"/>
                </a:solidFill>
                <a:ea typeface="Atomy Light"/>
              </a:rPr>
              <a:t>파이프라인</a:t>
            </a:r>
            <a:r>
              <a:rPr lang="en-US" sz="1800" b="0" i="0" u="none" strike="noStrike" dirty="0">
                <a:solidFill>
                  <a:srgbClr val="010149"/>
                </a:solidFill>
                <a:latin typeface="Atomy Light"/>
              </a:rPr>
              <a:t> </a:t>
            </a:r>
            <a:r>
              <a:rPr lang="ko-KR" sz="1800" b="0" i="0" u="none" strike="noStrike" dirty="0">
                <a:solidFill>
                  <a:srgbClr val="010149"/>
                </a:solidFill>
                <a:ea typeface="Atomy Light"/>
              </a:rPr>
              <a:t>설계</a:t>
            </a:r>
          </a:p>
        </p:txBody>
      </p:sp>
      <p:pic>
        <p:nvPicPr>
          <p:cNvPr id="10" name="Picture 10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3792200" y="2374900"/>
            <a:ext cx="2374900" cy="1536700"/>
          </a:xfrm>
          <a:prstGeom prst="rect">
            <a:avLst/>
          </a:prstGeom>
        </p:spPr>
      </p:pic>
      <p:sp>
        <p:nvSpPr>
          <p:cNvPr id="11" name="TextBox 11"/>
          <p:cNvSpPr txBox="1"/>
          <p:nvPr/>
        </p:nvSpPr>
        <p:spPr>
          <a:xfrm>
            <a:off x="10045700" y="4914900"/>
            <a:ext cx="6629400" cy="4064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l">
              <a:lnSpc>
                <a:spcPct val="124499"/>
              </a:lnSpc>
            </a:pPr>
            <a:r>
              <a:rPr lang="en-US" sz="2300" b="0" i="0" u="none" strike="noStrike">
                <a:solidFill>
                  <a:srgbClr val="010149"/>
                </a:solidFill>
                <a:latin typeface="Atomy Medium"/>
              </a:rPr>
              <a:t>     </a:t>
            </a:r>
            <a:r>
              <a:rPr lang="ko-KR" sz="2300" b="0" i="0" u="none" strike="noStrike">
                <a:solidFill>
                  <a:srgbClr val="010149"/>
                </a:solidFill>
                <a:ea typeface="Atomy Medium"/>
              </a:rPr>
              <a:t>학습</a:t>
            </a:r>
            <a:r>
              <a:rPr lang="en-US" sz="2300" b="0" i="0" u="none" strike="noStrike">
                <a:solidFill>
                  <a:srgbClr val="010149"/>
                </a:solidFill>
                <a:latin typeface="Atomy Medium"/>
              </a:rPr>
              <a:t> </a:t>
            </a:r>
            <a:r>
              <a:rPr lang="ko-KR" sz="2300" b="0" i="0" u="none" strike="noStrike">
                <a:solidFill>
                  <a:srgbClr val="010149"/>
                </a:solidFill>
                <a:ea typeface="Atomy Medium"/>
              </a:rPr>
              <a:t>한계</a:t>
            </a:r>
            <a:r>
              <a:rPr lang="en-US" sz="2300" b="0" i="0" u="none" strike="noStrike">
                <a:solidFill>
                  <a:srgbClr val="010149"/>
                </a:solidFill>
                <a:latin typeface="Atomy Medium"/>
              </a:rPr>
              <a:t> </a:t>
            </a:r>
            <a:r>
              <a:rPr lang="ko-KR" sz="2300" b="0" i="0" u="none" strike="noStrike">
                <a:solidFill>
                  <a:srgbClr val="010149"/>
                </a:solidFill>
                <a:ea typeface="Atomy Medium"/>
              </a:rPr>
              <a:t>극복</a:t>
            </a:r>
            <a:r>
              <a:rPr lang="en-US" sz="2300" b="0" i="0" u="none" strike="noStrike">
                <a:solidFill>
                  <a:srgbClr val="010149"/>
                </a:solidFill>
                <a:latin typeface="Atomy Medium"/>
              </a:rPr>
              <a:t> </a:t>
            </a:r>
            <a:r>
              <a:rPr lang="ko-KR" sz="2300" b="0" i="0" u="none" strike="noStrike">
                <a:solidFill>
                  <a:srgbClr val="010149"/>
                </a:solidFill>
                <a:ea typeface="Atomy Medium"/>
              </a:rPr>
              <a:t>위한</a:t>
            </a:r>
            <a:r>
              <a:rPr lang="en-US" sz="2300" b="0" i="0" u="none" strike="noStrike">
                <a:solidFill>
                  <a:srgbClr val="010149"/>
                </a:solidFill>
                <a:latin typeface="Atomy Medium"/>
              </a:rPr>
              <a:t> AI </a:t>
            </a:r>
            <a:r>
              <a:rPr lang="ko-KR" sz="2300" b="0" i="0" u="none" strike="noStrike">
                <a:solidFill>
                  <a:srgbClr val="010149"/>
                </a:solidFill>
                <a:ea typeface="Atomy Medium"/>
              </a:rPr>
              <a:t>재학습</a:t>
            </a:r>
            <a:r>
              <a:rPr lang="en-US" sz="2300" b="0" i="0" u="none" strike="noStrike">
                <a:solidFill>
                  <a:srgbClr val="010149"/>
                </a:solidFill>
                <a:latin typeface="Atomy Medium"/>
              </a:rPr>
              <a:t> </a:t>
            </a:r>
            <a:r>
              <a:rPr lang="ko-KR" sz="2300" b="0" i="0" u="none" strike="noStrike">
                <a:solidFill>
                  <a:srgbClr val="010149"/>
                </a:solidFill>
                <a:ea typeface="Atomy Medium"/>
              </a:rPr>
              <a:t>도입</a:t>
            </a:r>
          </a:p>
        </p:txBody>
      </p:sp>
      <p:pic>
        <p:nvPicPr>
          <p:cNvPr id="12" name="Picture 12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109200" y="4991100"/>
            <a:ext cx="190500" cy="292100"/>
          </a:xfrm>
          <a:prstGeom prst="rect">
            <a:avLst/>
          </a:prstGeom>
        </p:spPr>
      </p:pic>
      <p:sp>
        <p:nvSpPr>
          <p:cNvPr id="13" name="TextBox 13"/>
          <p:cNvSpPr txBox="1"/>
          <p:nvPr/>
        </p:nvSpPr>
        <p:spPr>
          <a:xfrm>
            <a:off x="10109200" y="5397500"/>
            <a:ext cx="5664200" cy="16256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l">
              <a:lnSpc>
                <a:spcPct val="157700"/>
              </a:lnSpc>
            </a:pPr>
            <a:r>
              <a:rPr lang="ko-KR" sz="1800" b="0" i="0" u="none" strike="noStrike" dirty="0">
                <a:solidFill>
                  <a:srgbClr val="010149"/>
                </a:solidFill>
                <a:ea typeface="Atomy Light"/>
              </a:rPr>
              <a:t>범용</a:t>
            </a:r>
            <a:r>
              <a:rPr lang="en-US" sz="1800" b="0" i="0" u="none" strike="noStrike" dirty="0">
                <a:solidFill>
                  <a:srgbClr val="010149"/>
                </a:solidFill>
                <a:latin typeface="Atomy Light"/>
              </a:rPr>
              <a:t> AI</a:t>
            </a:r>
            <a:r>
              <a:rPr lang="ko-KR" sz="1800" b="0" i="0" u="none" strike="noStrike" dirty="0">
                <a:solidFill>
                  <a:srgbClr val="010149"/>
                </a:solidFill>
                <a:ea typeface="Atomy Light"/>
              </a:rPr>
              <a:t>의</a:t>
            </a:r>
            <a:r>
              <a:rPr lang="en-US" sz="1800" b="0" i="0" u="none" strike="noStrike" dirty="0">
                <a:solidFill>
                  <a:srgbClr val="010149"/>
                </a:solidFill>
                <a:latin typeface="Atomy Light"/>
              </a:rPr>
              <a:t> </a:t>
            </a:r>
            <a:r>
              <a:rPr lang="ko-KR" sz="1800" b="0" i="0" u="none" strike="noStrike" dirty="0">
                <a:solidFill>
                  <a:srgbClr val="010149"/>
                </a:solidFill>
                <a:ea typeface="Atomy Light"/>
              </a:rPr>
              <a:t>단순</a:t>
            </a:r>
            <a:r>
              <a:rPr lang="en-US" sz="1800" b="0" i="0" u="none" strike="noStrike" dirty="0">
                <a:solidFill>
                  <a:srgbClr val="010149"/>
                </a:solidFill>
                <a:latin typeface="Atomy Light"/>
              </a:rPr>
              <a:t> </a:t>
            </a:r>
            <a:r>
              <a:rPr lang="ko-KR" sz="1800" b="0" i="0" u="none" strike="noStrike" dirty="0">
                <a:solidFill>
                  <a:srgbClr val="010149"/>
                </a:solidFill>
                <a:ea typeface="Atomy Light"/>
              </a:rPr>
              <a:t>줄글</a:t>
            </a:r>
            <a:r>
              <a:rPr lang="en-US" sz="1800" b="0" i="0" u="none" strike="noStrike" dirty="0">
                <a:solidFill>
                  <a:srgbClr val="010149"/>
                </a:solidFill>
                <a:latin typeface="Atomy Light"/>
              </a:rPr>
              <a:t> </a:t>
            </a:r>
            <a:r>
              <a:rPr lang="ko-KR" sz="1800" b="0" i="0" u="none" strike="noStrike" dirty="0">
                <a:solidFill>
                  <a:srgbClr val="010149"/>
                </a:solidFill>
                <a:ea typeface="Atomy Light"/>
              </a:rPr>
              <a:t>요약의</a:t>
            </a:r>
            <a:r>
              <a:rPr lang="en-US" sz="1800" b="0" i="0" u="none" strike="noStrike" dirty="0">
                <a:solidFill>
                  <a:srgbClr val="010149"/>
                </a:solidFill>
                <a:latin typeface="Atomy Light"/>
              </a:rPr>
              <a:t> </a:t>
            </a:r>
            <a:r>
              <a:rPr lang="ko-KR" sz="1800" b="0" i="0" u="none" strike="noStrike" dirty="0">
                <a:solidFill>
                  <a:srgbClr val="010149"/>
                </a:solidFill>
                <a:ea typeface="Atomy Light"/>
              </a:rPr>
              <a:t>한계</a:t>
            </a:r>
            <a:r>
              <a:rPr lang="en-US" sz="1800" b="0" i="0" u="none" strike="noStrike" dirty="0">
                <a:solidFill>
                  <a:srgbClr val="010149"/>
                </a:solidFill>
                <a:latin typeface="Atomy Light"/>
              </a:rPr>
              <a:t> </a:t>
            </a:r>
            <a:r>
              <a:rPr lang="ko-KR" sz="1800" b="0" i="0" u="none" strike="noStrike" dirty="0">
                <a:solidFill>
                  <a:srgbClr val="010149"/>
                </a:solidFill>
                <a:ea typeface="Atomy Light"/>
              </a:rPr>
              <a:t>발견</a:t>
            </a:r>
          </a:p>
          <a:p>
            <a:pPr lvl="0" algn="l">
              <a:lnSpc>
                <a:spcPct val="157700"/>
              </a:lnSpc>
            </a:pPr>
            <a:r>
              <a:rPr lang="ko-KR" sz="1800" b="0" i="0" u="none" strike="noStrike" dirty="0">
                <a:solidFill>
                  <a:srgbClr val="010149"/>
                </a:solidFill>
                <a:ea typeface="Atomy Light"/>
              </a:rPr>
              <a:t>의도한</a:t>
            </a:r>
            <a:r>
              <a:rPr lang="en-US" sz="1800" b="0" i="0" u="none" strike="noStrike" dirty="0">
                <a:solidFill>
                  <a:srgbClr val="010149"/>
                </a:solidFill>
                <a:latin typeface="Atomy Light"/>
              </a:rPr>
              <a:t> </a:t>
            </a:r>
            <a:r>
              <a:rPr lang="ko-KR" sz="1800" b="0" i="0" u="none" strike="noStrike" dirty="0">
                <a:solidFill>
                  <a:srgbClr val="010149"/>
                </a:solidFill>
                <a:ea typeface="Atomy Light"/>
              </a:rPr>
              <a:t>학습용</a:t>
            </a:r>
            <a:r>
              <a:rPr lang="en-US" sz="1800" b="0" i="0" u="none" strike="noStrike" dirty="0">
                <a:solidFill>
                  <a:srgbClr val="010149"/>
                </a:solidFill>
                <a:latin typeface="Atomy Light"/>
              </a:rPr>
              <a:t> </a:t>
            </a:r>
            <a:r>
              <a:rPr lang="ko-KR" sz="1800" b="0" i="0" u="none" strike="noStrike" dirty="0">
                <a:solidFill>
                  <a:srgbClr val="010149"/>
                </a:solidFill>
                <a:ea typeface="Atomy Light"/>
              </a:rPr>
              <a:t>요약</a:t>
            </a:r>
            <a:r>
              <a:rPr lang="en-US" sz="1800" b="0" i="0" u="none" strike="noStrike" dirty="0">
                <a:solidFill>
                  <a:srgbClr val="010149"/>
                </a:solidFill>
                <a:latin typeface="Atomy Light"/>
              </a:rPr>
              <a:t> </a:t>
            </a:r>
            <a:r>
              <a:rPr lang="ko-KR" sz="1800" b="0" i="0" u="none" strike="noStrike" dirty="0">
                <a:solidFill>
                  <a:srgbClr val="010149"/>
                </a:solidFill>
                <a:ea typeface="Atomy Light"/>
              </a:rPr>
              <a:t>구조로</a:t>
            </a:r>
            <a:r>
              <a:rPr lang="en-US" sz="1800" b="0" i="0" u="none" strike="noStrike" dirty="0">
                <a:solidFill>
                  <a:srgbClr val="010149"/>
                </a:solidFill>
                <a:latin typeface="Atomy Light"/>
              </a:rPr>
              <a:t> </a:t>
            </a:r>
            <a:r>
              <a:rPr lang="ko-KR" sz="1800" b="0" i="0" u="none" strike="noStrike" dirty="0">
                <a:solidFill>
                  <a:srgbClr val="010149"/>
                </a:solidFill>
                <a:ea typeface="Atomy Light"/>
              </a:rPr>
              <a:t>데이터를</a:t>
            </a:r>
            <a:r>
              <a:rPr lang="en-US" sz="1800" b="0" i="0" u="none" strike="noStrike" dirty="0">
                <a:solidFill>
                  <a:srgbClr val="010149"/>
                </a:solidFill>
                <a:latin typeface="Atomy Light"/>
              </a:rPr>
              <a:t> </a:t>
            </a:r>
            <a:r>
              <a:rPr lang="ko-KR" sz="1800" b="0" i="0" u="none" strike="noStrike" dirty="0">
                <a:solidFill>
                  <a:srgbClr val="010149"/>
                </a:solidFill>
                <a:ea typeface="Atomy Light"/>
              </a:rPr>
              <a:t>작성</a:t>
            </a:r>
            <a:r>
              <a:rPr lang="en-US" sz="1800" b="0" i="0" u="none" strike="noStrike" dirty="0">
                <a:solidFill>
                  <a:srgbClr val="010149"/>
                </a:solidFill>
                <a:latin typeface="Atomy Light"/>
              </a:rPr>
              <a:t> </a:t>
            </a:r>
            <a:r>
              <a:rPr lang="ko-KR" sz="1800" b="0" i="0" u="none" strike="noStrike" dirty="0">
                <a:solidFill>
                  <a:srgbClr val="010149"/>
                </a:solidFill>
                <a:ea typeface="Atomy Light"/>
              </a:rPr>
              <a:t>및</a:t>
            </a:r>
            <a:r>
              <a:rPr lang="en-US" sz="1800" b="0" i="0" u="none" strike="noStrike" dirty="0">
                <a:solidFill>
                  <a:srgbClr val="010149"/>
                </a:solidFill>
                <a:latin typeface="Atomy Light"/>
              </a:rPr>
              <a:t> </a:t>
            </a:r>
            <a:r>
              <a:rPr lang="ko-KR" sz="1800" b="0" i="0" u="none" strike="noStrike" dirty="0">
                <a:solidFill>
                  <a:srgbClr val="010149"/>
                </a:solidFill>
                <a:ea typeface="Atomy Light"/>
              </a:rPr>
              <a:t>주입</a:t>
            </a:r>
          </a:p>
          <a:p>
            <a:pPr lvl="0" algn="l">
              <a:lnSpc>
                <a:spcPct val="157700"/>
              </a:lnSpc>
            </a:pPr>
            <a:r>
              <a:rPr lang="ko-KR" sz="1800" b="0" i="0" u="none" strike="noStrike" dirty="0">
                <a:solidFill>
                  <a:srgbClr val="010149"/>
                </a:solidFill>
                <a:ea typeface="Atomy Light"/>
              </a:rPr>
              <a:t>우리만의</a:t>
            </a:r>
            <a:r>
              <a:rPr lang="en-US" sz="1800" b="0" i="0" u="none" strike="noStrike" dirty="0">
                <a:solidFill>
                  <a:srgbClr val="010149"/>
                </a:solidFill>
                <a:latin typeface="Atomy Light"/>
              </a:rPr>
              <a:t> </a:t>
            </a:r>
            <a:r>
              <a:rPr lang="ko-KR" sz="1800" b="0" i="0" u="none" strike="noStrike" dirty="0">
                <a:solidFill>
                  <a:srgbClr val="010149"/>
                </a:solidFill>
                <a:ea typeface="Atomy Light"/>
              </a:rPr>
              <a:t>맞춤형</a:t>
            </a:r>
            <a:r>
              <a:rPr lang="en-US" sz="1800" b="0" i="0" u="none" strike="noStrike" dirty="0">
                <a:solidFill>
                  <a:srgbClr val="010149"/>
                </a:solidFill>
                <a:latin typeface="Atomy Light"/>
              </a:rPr>
              <a:t> AI</a:t>
            </a:r>
            <a:r>
              <a:rPr lang="ko-KR" sz="1800" b="0" i="0" u="none" strike="noStrike" dirty="0">
                <a:solidFill>
                  <a:srgbClr val="010149"/>
                </a:solidFill>
                <a:ea typeface="Atomy Light"/>
              </a:rPr>
              <a:t>로</a:t>
            </a:r>
            <a:r>
              <a:rPr lang="en-US" sz="1800" b="0" i="0" u="none" strike="noStrike" dirty="0">
                <a:solidFill>
                  <a:srgbClr val="010149"/>
                </a:solidFill>
                <a:latin typeface="Atomy Light"/>
              </a:rPr>
              <a:t> </a:t>
            </a:r>
            <a:r>
              <a:rPr lang="ko-KR" sz="1800" b="0" i="0" u="none" strike="noStrike" dirty="0">
                <a:solidFill>
                  <a:srgbClr val="010149"/>
                </a:solidFill>
                <a:ea typeface="Atomy Light"/>
              </a:rPr>
              <a:t>개조</a:t>
            </a:r>
          </a:p>
          <a:p>
            <a:pPr lvl="0" algn="l">
              <a:lnSpc>
                <a:spcPct val="157700"/>
              </a:lnSpc>
            </a:pPr>
            <a:r>
              <a:rPr lang="ko-KR" sz="1800" b="0" i="0" u="none" strike="noStrike" dirty="0">
                <a:solidFill>
                  <a:srgbClr val="010149"/>
                </a:solidFill>
                <a:ea typeface="Atomy Light"/>
              </a:rPr>
              <a:t>재학습의</a:t>
            </a:r>
            <a:r>
              <a:rPr lang="en-US" sz="1800" b="0" i="0" u="none" strike="noStrike" dirty="0">
                <a:solidFill>
                  <a:srgbClr val="010149"/>
                </a:solidFill>
                <a:latin typeface="Atomy Light"/>
              </a:rPr>
              <a:t> </a:t>
            </a:r>
            <a:r>
              <a:rPr lang="ko-KR" sz="1800" b="0" i="0" u="none" strike="noStrike" dirty="0">
                <a:solidFill>
                  <a:srgbClr val="010149"/>
                </a:solidFill>
                <a:ea typeface="Atomy Light"/>
              </a:rPr>
              <a:t>품질</a:t>
            </a:r>
            <a:r>
              <a:rPr lang="en-US" sz="1800" b="0" i="0" u="none" strike="noStrike" dirty="0">
                <a:solidFill>
                  <a:srgbClr val="010149"/>
                </a:solidFill>
                <a:latin typeface="Atomy Light"/>
              </a:rPr>
              <a:t> </a:t>
            </a:r>
            <a:r>
              <a:rPr lang="ko-KR" sz="1800" b="0" i="0" u="none" strike="noStrike" dirty="0">
                <a:solidFill>
                  <a:srgbClr val="010149"/>
                </a:solidFill>
                <a:ea typeface="Atomy Light"/>
              </a:rPr>
              <a:t>극대화를</a:t>
            </a:r>
            <a:r>
              <a:rPr lang="en-US" sz="1800" b="0" i="0" u="none" strike="noStrike" dirty="0">
                <a:solidFill>
                  <a:srgbClr val="010149"/>
                </a:solidFill>
                <a:latin typeface="Atomy Light"/>
              </a:rPr>
              <a:t> </a:t>
            </a:r>
            <a:r>
              <a:rPr lang="ko-KR" sz="1800" b="0" i="0" u="none" strike="noStrike" dirty="0">
                <a:solidFill>
                  <a:srgbClr val="010149"/>
                </a:solidFill>
                <a:ea typeface="Atomy Light"/>
              </a:rPr>
              <a:t>위해</a:t>
            </a:r>
            <a:r>
              <a:rPr lang="en-US" sz="1800" b="0" i="0" u="none" strike="noStrike" dirty="0">
                <a:solidFill>
                  <a:srgbClr val="010149"/>
                </a:solidFill>
                <a:latin typeface="Atomy Light"/>
              </a:rPr>
              <a:t> </a:t>
            </a:r>
            <a:r>
              <a:rPr lang="ko-KR" sz="1800" b="0" i="0" u="none" strike="noStrike" dirty="0">
                <a:solidFill>
                  <a:srgbClr val="010149"/>
                </a:solidFill>
                <a:ea typeface="Atomy Light"/>
              </a:rPr>
              <a:t>타겟을</a:t>
            </a:r>
            <a:r>
              <a:rPr lang="en-US" sz="1800" b="0" i="0" u="none" strike="noStrike" dirty="0">
                <a:solidFill>
                  <a:srgbClr val="010149"/>
                </a:solidFill>
                <a:latin typeface="Atomy Light"/>
              </a:rPr>
              <a:t> </a:t>
            </a:r>
            <a:r>
              <a:rPr lang="ko-KR" sz="1800" b="0" i="0" u="none" strike="noStrike" dirty="0">
                <a:solidFill>
                  <a:srgbClr val="010149"/>
                </a:solidFill>
                <a:ea typeface="Atomy Light"/>
              </a:rPr>
              <a:t>역사</a:t>
            </a:r>
            <a:r>
              <a:rPr lang="en-US" sz="1800" b="0" i="0" u="none" strike="noStrike" dirty="0">
                <a:solidFill>
                  <a:srgbClr val="010149"/>
                </a:solidFill>
                <a:latin typeface="Atomy Light"/>
              </a:rPr>
              <a:t> </a:t>
            </a:r>
            <a:r>
              <a:rPr lang="ko-KR" sz="1800" b="0" i="0" u="none" strike="noStrike" dirty="0">
                <a:solidFill>
                  <a:srgbClr val="010149"/>
                </a:solidFill>
                <a:ea typeface="Atomy Light"/>
              </a:rPr>
              <a:t>강의로</a:t>
            </a:r>
            <a:r>
              <a:rPr lang="en-US" sz="1800" b="0" i="0" u="none" strike="noStrike" dirty="0">
                <a:solidFill>
                  <a:srgbClr val="010149"/>
                </a:solidFill>
                <a:latin typeface="Atomy Light"/>
              </a:rPr>
              <a:t> </a:t>
            </a:r>
            <a:r>
              <a:rPr lang="ko-KR" sz="1800" b="0" i="0" u="none" strike="noStrike" dirty="0">
                <a:solidFill>
                  <a:srgbClr val="010149"/>
                </a:solidFill>
                <a:ea typeface="Atomy Light"/>
              </a:rPr>
              <a:t>한정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7E7E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5000" y="1193800"/>
            <a:ext cx="17030700" cy="8407400"/>
          </a:xfrm>
          <a:prstGeom prst="rect">
            <a:avLst/>
          </a:prstGeom>
        </p:spPr>
      </p:pic>
      <p:pic>
        <p:nvPicPr>
          <p:cNvPr id="3" name="Picture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5000" y="1193800"/>
            <a:ext cx="17030700" cy="8407400"/>
          </a:xfrm>
          <a:prstGeom prst="rect">
            <a:avLst/>
          </a:prstGeom>
        </p:spPr>
      </p:pic>
      <p:pic>
        <p:nvPicPr>
          <p:cNvPr id="4" name="Picture 4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64300" y="469900"/>
            <a:ext cx="5346700" cy="736600"/>
          </a:xfrm>
          <a:prstGeom prst="rect">
            <a:avLst/>
          </a:prstGeom>
        </p:spPr>
      </p:pic>
      <p:pic>
        <p:nvPicPr>
          <p:cNvPr id="5" name="Picture 5"/>
          <p:cNvPicPr>
            <a:picLocks noChangeAspect="1"/>
          </p:cNvPicPr>
          <p:nvPr/>
        </p:nvPicPr>
        <p:blipFill>
          <a:blip r:embed="rId5">
            <a:alphaModFix amt="30000"/>
          </a:blip>
          <a:stretch>
            <a:fillRect/>
          </a:stretch>
        </p:blipFill>
        <p:spPr>
          <a:xfrm>
            <a:off x="2120900" y="6083300"/>
            <a:ext cx="14046200" cy="12700"/>
          </a:xfrm>
          <a:prstGeom prst="rect">
            <a:avLst/>
          </a:prstGeom>
        </p:spPr>
      </p:pic>
      <p:pic>
        <p:nvPicPr>
          <p:cNvPr id="6" name="Picture 6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1277600" y="3708400"/>
            <a:ext cx="4533900" cy="3365500"/>
          </a:xfrm>
          <a:prstGeom prst="rect">
            <a:avLst/>
          </a:prstGeom>
        </p:spPr>
      </p:pic>
      <p:sp>
        <p:nvSpPr>
          <p:cNvPr id="7" name="TextBox 7"/>
          <p:cNvSpPr txBox="1"/>
          <p:nvPr/>
        </p:nvSpPr>
        <p:spPr>
          <a:xfrm>
            <a:off x="7023100" y="698500"/>
            <a:ext cx="4241800" cy="2667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ctr">
              <a:lnSpc>
                <a:spcPct val="124499"/>
              </a:lnSpc>
            </a:pPr>
            <a:r>
              <a:rPr lang="en-US" sz="1500" b="0" i="0" u="none" strike="noStrike">
                <a:solidFill>
                  <a:srgbClr val="F4F4F4"/>
                </a:solidFill>
                <a:latin typeface="Atomy Medium"/>
              </a:rPr>
              <a:t>2026 </a:t>
            </a:r>
            <a:r>
              <a:rPr lang="ko-KR" sz="1500" b="0" i="0" u="none" strike="noStrike">
                <a:solidFill>
                  <a:srgbClr val="F4F4F4"/>
                </a:solidFill>
                <a:ea typeface="Atomy Medium"/>
              </a:rPr>
              <a:t>캡스톤</a:t>
            </a:r>
            <a:r>
              <a:rPr lang="en-US" sz="1500" b="0" i="0" u="none" strike="noStrike">
                <a:solidFill>
                  <a:srgbClr val="F4F4F4"/>
                </a:solidFill>
                <a:latin typeface="Atomy Medium"/>
              </a:rPr>
              <a:t> </a:t>
            </a:r>
            <a:r>
              <a:rPr lang="ko-KR" sz="1500" b="0" i="0" u="none" strike="noStrike">
                <a:solidFill>
                  <a:srgbClr val="F4F4F4"/>
                </a:solidFill>
                <a:ea typeface="Atomy Medium"/>
              </a:rPr>
              <a:t>디자인</a:t>
            </a:r>
            <a:r>
              <a:rPr lang="en-US" sz="1500" b="0" i="0" u="none" strike="noStrike">
                <a:solidFill>
                  <a:srgbClr val="F4F4F4"/>
                </a:solidFill>
                <a:latin typeface="Atomy Medium"/>
              </a:rPr>
              <a:t> </a:t>
            </a:r>
            <a:r>
              <a:rPr lang="ko-KR" sz="1500" b="0" i="0" u="none" strike="noStrike">
                <a:solidFill>
                  <a:srgbClr val="F4F4F4"/>
                </a:solidFill>
                <a:ea typeface="Atomy Medium"/>
              </a:rPr>
              <a:t>졸업작품</a:t>
            </a:r>
            <a:r>
              <a:rPr lang="en-US" sz="1500" b="0" i="0" u="none" strike="noStrike">
                <a:solidFill>
                  <a:srgbClr val="F4F4F4"/>
                </a:solidFill>
                <a:latin typeface="Atomy Medium"/>
              </a:rPr>
              <a:t> </a:t>
            </a:r>
            <a:r>
              <a:rPr lang="ko-KR" sz="1500" b="0" i="0" u="none" strike="noStrike">
                <a:solidFill>
                  <a:srgbClr val="F4F4F4"/>
                </a:solidFill>
                <a:ea typeface="Atomy Medium"/>
              </a:rPr>
              <a:t>프로젝트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4749800" y="2108200"/>
            <a:ext cx="8788400" cy="35560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ctr">
              <a:lnSpc>
                <a:spcPct val="124499"/>
              </a:lnSpc>
            </a:pPr>
            <a:r>
              <a:rPr lang="en-US" sz="20000" b="0" i="0" u="none" strike="noStrike">
                <a:solidFill>
                  <a:srgbClr val="010149"/>
                </a:solidFill>
                <a:latin typeface="Atomy Bold"/>
              </a:rPr>
              <a:t>04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4965700" y="6515100"/>
            <a:ext cx="8331200" cy="5334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ctr">
              <a:lnSpc>
                <a:spcPct val="124499"/>
              </a:lnSpc>
            </a:pPr>
            <a:r>
              <a:rPr lang="ko-KR" sz="3000" b="0" i="0" u="none" strike="noStrike">
                <a:solidFill>
                  <a:srgbClr val="010149"/>
                </a:solidFill>
                <a:ea typeface="Atomy Medium"/>
              </a:rPr>
              <a:t>부족한</a:t>
            </a:r>
            <a:r>
              <a:rPr lang="en-US" sz="3000" b="0" i="0" u="none" strike="noStrike">
                <a:solidFill>
                  <a:srgbClr val="010149"/>
                </a:solidFill>
                <a:latin typeface="Atomy Medium"/>
              </a:rPr>
              <a:t> </a:t>
            </a:r>
            <a:r>
              <a:rPr lang="ko-KR" sz="3000" b="0" i="0" u="none" strike="noStrike">
                <a:solidFill>
                  <a:srgbClr val="010149"/>
                </a:solidFill>
                <a:ea typeface="Atomy Medium"/>
              </a:rPr>
              <a:t>점</a:t>
            </a:r>
            <a:r>
              <a:rPr lang="en-US" sz="3000" b="0" i="0" u="none" strike="noStrike">
                <a:solidFill>
                  <a:srgbClr val="010149"/>
                </a:solidFill>
                <a:latin typeface="Atomy Medium"/>
              </a:rPr>
              <a:t> / </a:t>
            </a:r>
            <a:r>
              <a:rPr lang="ko-KR" sz="3000" b="0" i="0" u="none" strike="noStrike">
                <a:solidFill>
                  <a:srgbClr val="010149"/>
                </a:solidFill>
                <a:ea typeface="Atomy Medium"/>
              </a:rPr>
              <a:t>향후</a:t>
            </a:r>
            <a:r>
              <a:rPr lang="en-US" sz="3000" b="0" i="0" u="none" strike="noStrike">
                <a:solidFill>
                  <a:srgbClr val="010149"/>
                </a:solidFill>
                <a:latin typeface="Atomy Medium"/>
              </a:rPr>
              <a:t> </a:t>
            </a:r>
            <a:r>
              <a:rPr lang="ko-KR" sz="3000" b="0" i="0" u="none" strike="noStrike">
                <a:solidFill>
                  <a:srgbClr val="010149"/>
                </a:solidFill>
                <a:ea typeface="Atomy Medium"/>
              </a:rPr>
              <a:t>계획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2108200" y="7543800"/>
            <a:ext cx="14084300" cy="3048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ctr">
              <a:lnSpc>
                <a:spcPct val="141100"/>
              </a:lnSpc>
            </a:pPr>
            <a:r>
              <a:rPr lang="ko-KR" sz="1700" b="0" i="0" u="none" strike="noStrike">
                <a:solidFill>
                  <a:srgbClr val="010149"/>
                </a:solidFill>
                <a:ea typeface="Atomy Light"/>
              </a:rPr>
              <a:t>구현</a:t>
            </a:r>
            <a:r>
              <a:rPr lang="en-US" sz="1700" b="0" i="0" u="none" strike="noStrike">
                <a:solidFill>
                  <a:srgbClr val="010149"/>
                </a:solidFill>
                <a:latin typeface="Atomy Light"/>
              </a:rPr>
              <a:t> </a:t>
            </a:r>
            <a:r>
              <a:rPr lang="ko-KR" sz="1700" b="0" i="0" u="none" strike="noStrike">
                <a:solidFill>
                  <a:srgbClr val="010149"/>
                </a:solidFill>
                <a:ea typeface="Atomy Light"/>
              </a:rPr>
              <a:t>중</a:t>
            </a:r>
            <a:r>
              <a:rPr lang="en-US" sz="1700" b="0" i="0" u="none" strike="noStrike">
                <a:solidFill>
                  <a:srgbClr val="010149"/>
                </a:solidFill>
                <a:latin typeface="Atomy Light"/>
              </a:rPr>
              <a:t> </a:t>
            </a:r>
            <a:r>
              <a:rPr lang="ko-KR" sz="1700" b="0" i="0" u="none" strike="noStrike">
                <a:solidFill>
                  <a:srgbClr val="010149"/>
                </a:solidFill>
                <a:ea typeface="Atomy Light"/>
              </a:rPr>
              <a:t>혹은</a:t>
            </a:r>
            <a:r>
              <a:rPr lang="en-US" sz="1700" b="0" i="0" u="none" strike="noStrike">
                <a:solidFill>
                  <a:srgbClr val="010149"/>
                </a:solidFill>
                <a:latin typeface="Atomy Light"/>
              </a:rPr>
              <a:t> </a:t>
            </a:r>
            <a:r>
              <a:rPr lang="ko-KR" sz="1700" b="0" i="0" u="none" strike="noStrike">
                <a:solidFill>
                  <a:srgbClr val="010149"/>
                </a:solidFill>
                <a:ea typeface="Atomy Light"/>
              </a:rPr>
              <a:t>구현</a:t>
            </a:r>
            <a:r>
              <a:rPr lang="en-US" sz="1700" b="0" i="0" u="none" strike="noStrike">
                <a:solidFill>
                  <a:srgbClr val="010149"/>
                </a:solidFill>
                <a:latin typeface="Atomy Light"/>
              </a:rPr>
              <a:t> </a:t>
            </a:r>
            <a:r>
              <a:rPr lang="ko-KR" sz="1700" b="0" i="0" u="none" strike="noStrike">
                <a:solidFill>
                  <a:srgbClr val="010149"/>
                </a:solidFill>
                <a:ea typeface="Atomy Light"/>
              </a:rPr>
              <a:t>예정인</a:t>
            </a:r>
            <a:r>
              <a:rPr lang="en-US" sz="1700" b="0" i="0" u="none" strike="noStrike">
                <a:solidFill>
                  <a:srgbClr val="010149"/>
                </a:solidFill>
                <a:latin typeface="Atomy Light"/>
              </a:rPr>
              <a:t> </a:t>
            </a:r>
            <a:r>
              <a:rPr lang="ko-KR" sz="1700" b="0" i="0" u="none" strike="noStrike">
                <a:solidFill>
                  <a:srgbClr val="010149"/>
                </a:solidFill>
                <a:ea typeface="Atomy Light"/>
              </a:rPr>
              <a:t>기능</a:t>
            </a:r>
            <a:r>
              <a:rPr lang="en-US" sz="1700" b="0" i="0" u="none" strike="noStrike">
                <a:solidFill>
                  <a:srgbClr val="010149"/>
                </a:solidFill>
                <a:latin typeface="Atomy Light"/>
              </a:rPr>
              <a:t> </a:t>
            </a:r>
            <a:r>
              <a:rPr lang="ko-KR" sz="1700" b="0" i="0" u="none" strike="noStrike">
                <a:solidFill>
                  <a:srgbClr val="010149"/>
                </a:solidFill>
                <a:ea typeface="Atomy Light"/>
              </a:rPr>
              <a:t>계획</a:t>
            </a:r>
            <a:r>
              <a:rPr lang="en-US" sz="1700" b="0" i="0" u="none" strike="noStrike">
                <a:solidFill>
                  <a:srgbClr val="010149"/>
                </a:solidFill>
                <a:latin typeface="Atomy Light"/>
              </a:rPr>
              <a:t> / </a:t>
            </a:r>
            <a:r>
              <a:rPr lang="ko-KR" sz="1700" b="0" i="0" u="none" strike="noStrike">
                <a:solidFill>
                  <a:srgbClr val="010149"/>
                </a:solidFill>
                <a:ea typeface="Atomy Light"/>
              </a:rPr>
              <a:t>해결해야</a:t>
            </a:r>
            <a:r>
              <a:rPr lang="en-US" sz="1700" b="0" i="0" u="none" strike="noStrike">
                <a:solidFill>
                  <a:srgbClr val="010149"/>
                </a:solidFill>
                <a:latin typeface="Atomy Light"/>
              </a:rPr>
              <a:t> </a:t>
            </a:r>
            <a:r>
              <a:rPr lang="ko-KR" sz="1700" b="0" i="0" u="none" strike="noStrike">
                <a:solidFill>
                  <a:srgbClr val="010149"/>
                </a:solidFill>
                <a:ea typeface="Atomy Light"/>
              </a:rPr>
              <a:t>할</a:t>
            </a:r>
            <a:r>
              <a:rPr lang="en-US" sz="1700" b="0" i="0" u="none" strike="noStrike">
                <a:solidFill>
                  <a:srgbClr val="010149"/>
                </a:solidFill>
                <a:latin typeface="Atomy Light"/>
              </a:rPr>
              <a:t> </a:t>
            </a:r>
            <a:r>
              <a:rPr lang="ko-KR" sz="1700" b="0" i="0" u="none" strike="noStrike">
                <a:solidFill>
                  <a:srgbClr val="010149"/>
                </a:solidFill>
                <a:ea typeface="Atomy Light"/>
              </a:rPr>
              <a:t>문제들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4F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5000" y="1193800"/>
            <a:ext cx="17030700" cy="8407400"/>
          </a:xfrm>
          <a:prstGeom prst="rect">
            <a:avLst/>
          </a:prstGeom>
        </p:spPr>
      </p:pic>
      <p:pic>
        <p:nvPicPr>
          <p:cNvPr id="3" name="Picture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64300" y="469900"/>
            <a:ext cx="5346700" cy="736600"/>
          </a:xfrm>
          <a:prstGeom prst="rect">
            <a:avLst/>
          </a:prstGeom>
        </p:spPr>
      </p:pic>
      <p:sp>
        <p:nvSpPr>
          <p:cNvPr id="4" name="TextBox 4"/>
          <p:cNvSpPr txBox="1"/>
          <p:nvPr/>
        </p:nvSpPr>
        <p:spPr>
          <a:xfrm>
            <a:off x="7023100" y="698500"/>
            <a:ext cx="4241800" cy="2667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ctr">
              <a:lnSpc>
                <a:spcPct val="124499"/>
              </a:lnSpc>
            </a:pPr>
            <a:r>
              <a:rPr lang="en-US" sz="1500" b="0" i="0" u="none" strike="noStrike">
                <a:solidFill>
                  <a:srgbClr val="F4F4F4"/>
                </a:solidFill>
                <a:latin typeface="Atomy Medium"/>
              </a:rPr>
              <a:t>2026 </a:t>
            </a:r>
            <a:r>
              <a:rPr lang="ko-KR" sz="1500" b="0" i="0" u="none" strike="noStrike">
                <a:solidFill>
                  <a:srgbClr val="F4F4F4"/>
                </a:solidFill>
                <a:ea typeface="Atomy Medium"/>
              </a:rPr>
              <a:t>캡스톤</a:t>
            </a:r>
            <a:r>
              <a:rPr lang="en-US" sz="1500" b="0" i="0" u="none" strike="noStrike">
                <a:solidFill>
                  <a:srgbClr val="F4F4F4"/>
                </a:solidFill>
                <a:latin typeface="Atomy Medium"/>
              </a:rPr>
              <a:t> </a:t>
            </a:r>
            <a:r>
              <a:rPr lang="ko-KR" sz="1500" b="0" i="0" u="none" strike="noStrike">
                <a:solidFill>
                  <a:srgbClr val="F4F4F4"/>
                </a:solidFill>
                <a:ea typeface="Atomy Medium"/>
              </a:rPr>
              <a:t>디자인</a:t>
            </a:r>
            <a:r>
              <a:rPr lang="en-US" sz="1500" b="0" i="0" u="none" strike="noStrike">
                <a:solidFill>
                  <a:srgbClr val="F4F4F4"/>
                </a:solidFill>
                <a:latin typeface="Atomy Medium"/>
              </a:rPr>
              <a:t> </a:t>
            </a:r>
            <a:r>
              <a:rPr lang="ko-KR" sz="1500" b="0" i="0" u="none" strike="noStrike">
                <a:solidFill>
                  <a:srgbClr val="F4F4F4"/>
                </a:solidFill>
                <a:ea typeface="Atomy Medium"/>
              </a:rPr>
              <a:t>졸업작품</a:t>
            </a:r>
            <a:r>
              <a:rPr lang="en-US" sz="1500" b="0" i="0" u="none" strike="noStrike">
                <a:solidFill>
                  <a:srgbClr val="F4F4F4"/>
                </a:solidFill>
                <a:latin typeface="Atomy Medium"/>
              </a:rPr>
              <a:t> </a:t>
            </a:r>
            <a:r>
              <a:rPr lang="ko-KR" sz="1500" b="0" i="0" u="none" strike="noStrike">
                <a:solidFill>
                  <a:srgbClr val="F4F4F4"/>
                </a:solidFill>
                <a:ea typeface="Atomy Medium"/>
              </a:rPr>
              <a:t>프로젝트</a:t>
            </a:r>
          </a:p>
        </p:txBody>
      </p:sp>
      <p:pic>
        <p:nvPicPr>
          <p:cNvPr id="5" name="Picture 5"/>
          <p:cNvPicPr>
            <a:picLocks noChangeAspect="1"/>
          </p:cNvPicPr>
          <p:nvPr/>
        </p:nvPicPr>
        <p:blipFill>
          <a:blip r:embed="rId4">
            <a:alphaModFix amt="30000"/>
          </a:blip>
          <a:stretch>
            <a:fillRect/>
          </a:stretch>
        </p:blipFill>
        <p:spPr>
          <a:xfrm>
            <a:off x="2120900" y="4216400"/>
            <a:ext cx="14046200" cy="12700"/>
          </a:xfrm>
          <a:prstGeom prst="rect">
            <a:avLst/>
          </a:prstGeom>
        </p:spPr>
      </p:pic>
      <p:sp>
        <p:nvSpPr>
          <p:cNvPr id="6" name="TextBox 6"/>
          <p:cNvSpPr txBox="1"/>
          <p:nvPr/>
        </p:nvSpPr>
        <p:spPr>
          <a:xfrm>
            <a:off x="2120900" y="2222500"/>
            <a:ext cx="8432800" cy="10668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l">
              <a:lnSpc>
                <a:spcPct val="124499"/>
              </a:lnSpc>
            </a:pPr>
            <a:r>
              <a:rPr lang="ko-KR" sz="6000" b="0" i="0" u="none" strike="noStrike">
                <a:solidFill>
                  <a:srgbClr val="010149"/>
                </a:solidFill>
                <a:ea typeface="Atomy Medium"/>
              </a:rPr>
              <a:t>부족한</a:t>
            </a:r>
            <a:r>
              <a:rPr lang="en-US" sz="6000" b="0" i="0" u="none" strike="noStrike">
                <a:solidFill>
                  <a:srgbClr val="010149"/>
                </a:solidFill>
                <a:latin typeface="Atomy Medium"/>
              </a:rPr>
              <a:t> </a:t>
            </a:r>
            <a:r>
              <a:rPr lang="ko-KR" sz="6000" b="0" i="0" u="none" strike="noStrike">
                <a:solidFill>
                  <a:srgbClr val="010149"/>
                </a:solidFill>
                <a:ea typeface="Atomy Medium"/>
              </a:rPr>
              <a:t>점</a:t>
            </a:r>
            <a:r>
              <a:rPr lang="en-US" sz="6000" b="0" i="0" u="none" strike="noStrike">
                <a:solidFill>
                  <a:srgbClr val="010149"/>
                </a:solidFill>
                <a:latin typeface="Atomy Medium"/>
              </a:rPr>
              <a:t> / </a:t>
            </a:r>
            <a:r>
              <a:rPr lang="ko-KR" sz="6000" b="0" i="0" u="none" strike="noStrike">
                <a:solidFill>
                  <a:srgbClr val="010149"/>
                </a:solidFill>
                <a:ea typeface="Atomy Medium"/>
              </a:rPr>
              <a:t>향후</a:t>
            </a:r>
            <a:r>
              <a:rPr lang="en-US" sz="6000" b="0" i="0" u="none" strike="noStrike">
                <a:solidFill>
                  <a:srgbClr val="010149"/>
                </a:solidFill>
                <a:latin typeface="Atomy Medium"/>
              </a:rPr>
              <a:t> </a:t>
            </a:r>
            <a:r>
              <a:rPr lang="ko-KR" sz="6000" b="0" i="0" u="none" strike="noStrike">
                <a:solidFill>
                  <a:srgbClr val="010149"/>
                </a:solidFill>
                <a:ea typeface="Atomy Medium"/>
              </a:rPr>
              <a:t>계획</a:t>
            </a:r>
          </a:p>
        </p:txBody>
      </p:sp>
      <p:pic>
        <p:nvPicPr>
          <p:cNvPr id="7" name="Picture 7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3792200" y="2374900"/>
            <a:ext cx="2374900" cy="1536700"/>
          </a:xfrm>
          <a:prstGeom prst="rect">
            <a:avLst/>
          </a:prstGeom>
        </p:spPr>
      </p:pic>
      <p:pic>
        <p:nvPicPr>
          <p:cNvPr id="8" name="Picture 8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324100" y="4851400"/>
            <a:ext cx="1790700" cy="1790700"/>
          </a:xfrm>
          <a:prstGeom prst="rect">
            <a:avLst/>
          </a:prstGeom>
        </p:spPr>
      </p:pic>
      <p:pic>
        <p:nvPicPr>
          <p:cNvPr id="9" name="Picture 9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207000" y="4597400"/>
            <a:ext cx="1968500" cy="1968500"/>
          </a:xfrm>
          <a:prstGeom prst="rect">
            <a:avLst/>
          </a:prstGeom>
        </p:spPr>
      </p:pic>
      <p:pic>
        <p:nvPicPr>
          <p:cNvPr id="10" name="Picture 10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089900" y="4787900"/>
            <a:ext cx="1930400" cy="1930400"/>
          </a:xfrm>
          <a:prstGeom prst="rect">
            <a:avLst/>
          </a:prstGeom>
        </p:spPr>
      </p:pic>
      <p:sp>
        <p:nvSpPr>
          <p:cNvPr id="11" name="TextBox 11"/>
          <p:cNvSpPr txBox="1"/>
          <p:nvPr/>
        </p:nvSpPr>
        <p:spPr>
          <a:xfrm>
            <a:off x="2108200" y="7366000"/>
            <a:ext cx="2184400" cy="2413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ctr">
              <a:lnSpc>
                <a:spcPct val="141100"/>
              </a:lnSpc>
            </a:pPr>
            <a:r>
              <a:rPr lang="ko-KR" sz="1400" b="0" i="0" u="none" strike="noStrike">
                <a:solidFill>
                  <a:srgbClr val="010149"/>
                </a:solidFill>
                <a:ea typeface="Atomy Light"/>
              </a:rPr>
              <a:t>문제</a:t>
            </a:r>
            <a:r>
              <a:rPr lang="en-US" sz="1400" b="0" i="0" u="none" strike="noStrike">
                <a:solidFill>
                  <a:srgbClr val="010149"/>
                </a:solidFill>
                <a:latin typeface="Atomy Light"/>
              </a:rPr>
              <a:t> </a:t>
            </a:r>
            <a:r>
              <a:rPr lang="ko-KR" sz="1400" b="0" i="0" u="none" strike="noStrike">
                <a:solidFill>
                  <a:srgbClr val="010149"/>
                </a:solidFill>
                <a:ea typeface="Atomy Light"/>
              </a:rPr>
              <a:t>생성</a:t>
            </a:r>
            <a:r>
              <a:rPr lang="en-US" sz="1400" b="0" i="0" u="none" strike="noStrike">
                <a:solidFill>
                  <a:srgbClr val="010149"/>
                </a:solidFill>
                <a:latin typeface="Atomy Light"/>
              </a:rPr>
              <a:t> </a:t>
            </a:r>
            <a:r>
              <a:rPr lang="ko-KR" sz="1400" b="0" i="0" u="none" strike="noStrike">
                <a:solidFill>
                  <a:srgbClr val="010149"/>
                </a:solidFill>
                <a:ea typeface="Atomy Light"/>
              </a:rPr>
              <a:t>기능</a:t>
            </a:r>
            <a:r>
              <a:rPr lang="en-US" sz="1400" b="0" i="0" u="none" strike="noStrike">
                <a:solidFill>
                  <a:srgbClr val="010149"/>
                </a:solidFill>
                <a:latin typeface="Atomy Light"/>
              </a:rPr>
              <a:t> </a:t>
            </a:r>
            <a:r>
              <a:rPr lang="ko-KR" sz="1400" b="0" i="0" u="none" strike="noStrike">
                <a:solidFill>
                  <a:srgbClr val="010149"/>
                </a:solidFill>
                <a:ea typeface="Atomy Light"/>
              </a:rPr>
              <a:t>미구현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5092700" y="7353300"/>
            <a:ext cx="2184400" cy="2540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ctr">
              <a:lnSpc>
                <a:spcPct val="141100"/>
              </a:lnSpc>
            </a:pPr>
            <a:r>
              <a:rPr lang="ko-KR" sz="1400" b="0" i="0" u="none" strike="noStrike">
                <a:solidFill>
                  <a:srgbClr val="010149"/>
                </a:solidFill>
                <a:ea typeface="Atomy Light"/>
              </a:rPr>
              <a:t>강의</a:t>
            </a:r>
            <a:r>
              <a:rPr lang="en-US" sz="1400" b="0" i="0" u="none" strike="noStrike">
                <a:solidFill>
                  <a:srgbClr val="010149"/>
                </a:solidFill>
                <a:latin typeface="Atomy Light"/>
              </a:rPr>
              <a:t> </a:t>
            </a:r>
            <a:r>
              <a:rPr lang="ko-KR" sz="1400" b="0" i="0" u="none" strike="noStrike">
                <a:solidFill>
                  <a:srgbClr val="010149"/>
                </a:solidFill>
                <a:ea typeface="Atomy Light"/>
              </a:rPr>
              <a:t>조회</a:t>
            </a:r>
            <a:r>
              <a:rPr lang="en-US" sz="1400" b="0" i="0" u="none" strike="noStrike">
                <a:solidFill>
                  <a:srgbClr val="010149"/>
                </a:solidFill>
                <a:latin typeface="Atomy Light"/>
              </a:rPr>
              <a:t> </a:t>
            </a:r>
            <a:r>
              <a:rPr lang="ko-KR" sz="1400" b="0" i="0" u="none" strike="noStrike">
                <a:solidFill>
                  <a:srgbClr val="010149"/>
                </a:solidFill>
                <a:ea typeface="Atomy Light"/>
              </a:rPr>
              <a:t>기능</a:t>
            </a:r>
            <a:r>
              <a:rPr lang="en-US" sz="1400" b="0" i="0" u="none" strike="noStrike">
                <a:solidFill>
                  <a:srgbClr val="010149"/>
                </a:solidFill>
                <a:latin typeface="Atomy Light"/>
              </a:rPr>
              <a:t> </a:t>
            </a:r>
            <a:r>
              <a:rPr lang="ko-KR" sz="1400" b="0" i="0" u="none" strike="noStrike">
                <a:solidFill>
                  <a:srgbClr val="010149"/>
                </a:solidFill>
                <a:ea typeface="Atomy Light"/>
              </a:rPr>
              <a:t>미흡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7962900" y="7200900"/>
            <a:ext cx="2184400" cy="5588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ctr">
              <a:lnSpc>
                <a:spcPct val="141100"/>
              </a:lnSpc>
            </a:pPr>
            <a:r>
              <a:rPr lang="en-US" sz="1400" b="0" i="0" u="none" strike="noStrike">
                <a:solidFill>
                  <a:srgbClr val="010149"/>
                </a:solidFill>
                <a:latin typeface="Atomy Light"/>
              </a:rPr>
              <a:t>DB</a:t>
            </a:r>
            <a:r>
              <a:rPr lang="ko-KR" sz="1400" b="0" i="0" u="none" strike="noStrike">
                <a:solidFill>
                  <a:srgbClr val="010149"/>
                </a:solidFill>
                <a:ea typeface="Atomy Light"/>
              </a:rPr>
              <a:t>와</a:t>
            </a:r>
            <a:r>
              <a:rPr lang="en-US" sz="1400" b="0" i="0" u="none" strike="noStrike">
                <a:solidFill>
                  <a:srgbClr val="010149"/>
                </a:solidFill>
                <a:latin typeface="Atomy Light"/>
              </a:rPr>
              <a:t> </a:t>
            </a:r>
            <a:r>
              <a:rPr lang="ko-KR" sz="1400" b="0" i="0" u="none" strike="noStrike">
                <a:solidFill>
                  <a:srgbClr val="010149"/>
                </a:solidFill>
                <a:ea typeface="Atomy Light"/>
              </a:rPr>
              <a:t>연결되지</a:t>
            </a:r>
            <a:r>
              <a:rPr lang="en-US" sz="1400" b="0" i="0" u="none" strike="noStrike">
                <a:solidFill>
                  <a:srgbClr val="010149"/>
                </a:solidFill>
                <a:latin typeface="Atomy Light"/>
              </a:rPr>
              <a:t> </a:t>
            </a:r>
            <a:r>
              <a:rPr lang="ko-KR" sz="1400" b="0" i="0" u="none" strike="noStrike">
                <a:solidFill>
                  <a:srgbClr val="010149"/>
                </a:solidFill>
                <a:ea typeface="Atomy Light"/>
              </a:rPr>
              <a:t>않아</a:t>
            </a:r>
          </a:p>
          <a:p>
            <a:pPr lvl="0" algn="ctr">
              <a:lnSpc>
                <a:spcPct val="141100"/>
              </a:lnSpc>
            </a:pPr>
            <a:r>
              <a:rPr lang="ko-KR" sz="1400" b="0" i="0" u="none" strike="noStrike">
                <a:solidFill>
                  <a:srgbClr val="010149"/>
                </a:solidFill>
                <a:ea typeface="Atomy Light"/>
              </a:rPr>
              <a:t>추출</a:t>
            </a:r>
            <a:r>
              <a:rPr lang="en-US" sz="1400" b="0" i="0" u="none" strike="noStrike">
                <a:solidFill>
                  <a:srgbClr val="010149"/>
                </a:solidFill>
                <a:latin typeface="Atomy Light"/>
              </a:rPr>
              <a:t> </a:t>
            </a:r>
            <a:r>
              <a:rPr lang="ko-KR" sz="1400" b="0" i="0" u="none" strike="noStrike">
                <a:solidFill>
                  <a:srgbClr val="010149"/>
                </a:solidFill>
                <a:ea typeface="Atomy Light"/>
              </a:rPr>
              <a:t>결과가</a:t>
            </a:r>
            <a:r>
              <a:rPr lang="en-US" sz="1400" b="0" i="0" u="none" strike="noStrike">
                <a:solidFill>
                  <a:srgbClr val="010149"/>
                </a:solidFill>
                <a:latin typeface="Atomy Light"/>
              </a:rPr>
              <a:t> </a:t>
            </a:r>
            <a:r>
              <a:rPr lang="ko-KR" sz="1400" b="0" i="0" u="none" strike="noStrike">
                <a:solidFill>
                  <a:srgbClr val="010149"/>
                </a:solidFill>
                <a:ea typeface="Atomy Light"/>
              </a:rPr>
              <a:t>저장되지</a:t>
            </a:r>
            <a:r>
              <a:rPr lang="en-US" sz="1400" b="0" i="0" u="none" strike="noStrike">
                <a:solidFill>
                  <a:srgbClr val="010149"/>
                </a:solidFill>
                <a:latin typeface="Atomy Light"/>
              </a:rPr>
              <a:t> </a:t>
            </a:r>
            <a:r>
              <a:rPr lang="ko-KR" sz="1400" b="0" i="0" u="none" strike="noStrike">
                <a:solidFill>
                  <a:srgbClr val="010149"/>
                </a:solidFill>
                <a:ea typeface="Atomy Light"/>
              </a:rPr>
              <a:t>않음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10998200" y="7327900"/>
            <a:ext cx="2336800" cy="3048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ctr">
              <a:lnSpc>
                <a:spcPct val="141100"/>
              </a:lnSpc>
            </a:pPr>
            <a:r>
              <a:rPr lang="ko-KR" sz="1400" b="0" i="0" u="none" strike="noStrike">
                <a:solidFill>
                  <a:srgbClr val="010149"/>
                </a:solidFill>
                <a:ea typeface="Atomy Light"/>
              </a:rPr>
              <a:t>원하는</a:t>
            </a:r>
            <a:r>
              <a:rPr lang="en-US" sz="1400" b="0" i="0" u="none" strike="noStrike">
                <a:solidFill>
                  <a:srgbClr val="010149"/>
                </a:solidFill>
                <a:latin typeface="Atomy Light"/>
              </a:rPr>
              <a:t> </a:t>
            </a:r>
            <a:r>
              <a:rPr lang="ko-KR" sz="1400" b="0" i="0" u="none" strike="noStrike">
                <a:solidFill>
                  <a:srgbClr val="010149"/>
                </a:solidFill>
                <a:ea typeface="Atomy Light"/>
              </a:rPr>
              <a:t>요약</a:t>
            </a:r>
            <a:r>
              <a:rPr lang="en-US" sz="1400" b="0" i="0" u="none" strike="noStrike">
                <a:solidFill>
                  <a:srgbClr val="010149"/>
                </a:solidFill>
                <a:latin typeface="Atomy Light"/>
              </a:rPr>
              <a:t> </a:t>
            </a:r>
            <a:r>
              <a:rPr lang="ko-KR" sz="1400" b="0" i="0" u="none" strike="noStrike">
                <a:solidFill>
                  <a:srgbClr val="010149"/>
                </a:solidFill>
                <a:ea typeface="Atomy Light"/>
              </a:rPr>
              <a:t>구조</a:t>
            </a:r>
            <a:r>
              <a:rPr lang="en-US" sz="1400" b="0" i="0" u="none" strike="noStrike">
                <a:solidFill>
                  <a:srgbClr val="010149"/>
                </a:solidFill>
                <a:latin typeface="Atomy Light"/>
              </a:rPr>
              <a:t> </a:t>
            </a:r>
            <a:r>
              <a:rPr lang="ko-KR" sz="1400" b="0" i="0" u="none" strike="noStrike">
                <a:solidFill>
                  <a:srgbClr val="010149"/>
                </a:solidFill>
                <a:ea typeface="Atomy Light"/>
              </a:rPr>
              <a:t>데이터</a:t>
            </a:r>
            <a:r>
              <a:rPr lang="en-US" sz="1400" b="0" i="0" u="none" strike="noStrike">
                <a:solidFill>
                  <a:srgbClr val="010149"/>
                </a:solidFill>
                <a:latin typeface="Atomy Light"/>
              </a:rPr>
              <a:t> </a:t>
            </a:r>
            <a:r>
              <a:rPr lang="ko-KR" sz="1400" b="0" i="0" u="none" strike="noStrike">
                <a:solidFill>
                  <a:srgbClr val="010149"/>
                </a:solidFill>
                <a:ea typeface="Atomy Light"/>
              </a:rPr>
              <a:t>준비</a:t>
            </a:r>
          </a:p>
        </p:txBody>
      </p:sp>
      <p:pic>
        <p:nvPicPr>
          <p:cNvPr id="15" name="Picture 15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1163300" y="4749800"/>
            <a:ext cx="2006600" cy="2006600"/>
          </a:xfrm>
          <a:prstGeom prst="rect">
            <a:avLst/>
          </a:prstGeom>
        </p:spPr>
      </p:pic>
      <p:pic>
        <p:nvPicPr>
          <p:cNvPr id="16" name="Picture 16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14312900" y="4787900"/>
            <a:ext cx="1943100" cy="1943100"/>
          </a:xfrm>
          <a:prstGeom prst="rect">
            <a:avLst/>
          </a:prstGeom>
        </p:spPr>
      </p:pic>
      <p:sp>
        <p:nvSpPr>
          <p:cNvPr id="17" name="TextBox 17"/>
          <p:cNvSpPr txBox="1"/>
          <p:nvPr/>
        </p:nvSpPr>
        <p:spPr>
          <a:xfrm>
            <a:off x="14122400" y="7061200"/>
            <a:ext cx="2336800" cy="8509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ctr">
              <a:lnSpc>
                <a:spcPct val="141100"/>
              </a:lnSpc>
            </a:pPr>
            <a:r>
              <a:rPr lang="ko-KR" sz="1400" b="0" i="0" u="none" strike="noStrike">
                <a:solidFill>
                  <a:srgbClr val="010149"/>
                </a:solidFill>
                <a:ea typeface="Atomy Light"/>
              </a:rPr>
              <a:t>이상적인</a:t>
            </a:r>
            <a:r>
              <a:rPr lang="en-US" sz="1400" b="0" i="0" u="none" strike="noStrike">
                <a:solidFill>
                  <a:srgbClr val="010149"/>
                </a:solidFill>
                <a:latin typeface="Atomy Light"/>
              </a:rPr>
              <a:t> </a:t>
            </a:r>
            <a:r>
              <a:rPr lang="ko-KR" sz="1400" b="0" i="0" u="none" strike="noStrike">
                <a:solidFill>
                  <a:srgbClr val="010149"/>
                </a:solidFill>
                <a:ea typeface="Atomy Light"/>
              </a:rPr>
              <a:t>요약</a:t>
            </a:r>
            <a:r>
              <a:rPr lang="en-US" sz="1400" b="0" i="0" u="none" strike="noStrike">
                <a:solidFill>
                  <a:srgbClr val="010149"/>
                </a:solidFill>
                <a:latin typeface="Atomy Light"/>
              </a:rPr>
              <a:t> </a:t>
            </a:r>
            <a:r>
              <a:rPr lang="ko-KR" sz="1400" b="0" i="0" u="none" strike="noStrike">
                <a:solidFill>
                  <a:srgbClr val="010149"/>
                </a:solidFill>
                <a:ea typeface="Atomy Light"/>
              </a:rPr>
              <a:t>데이터</a:t>
            </a:r>
            <a:r>
              <a:rPr lang="en-US" sz="1400" b="0" i="0" u="none" strike="noStrike">
                <a:solidFill>
                  <a:srgbClr val="010149"/>
                </a:solidFill>
                <a:latin typeface="Atomy Light"/>
              </a:rPr>
              <a:t> </a:t>
            </a:r>
            <a:r>
              <a:rPr lang="ko-KR" sz="1400" b="0" i="0" u="none" strike="noStrike">
                <a:solidFill>
                  <a:srgbClr val="010149"/>
                </a:solidFill>
                <a:ea typeface="Atomy Light"/>
              </a:rPr>
              <a:t>기반</a:t>
            </a:r>
          </a:p>
          <a:p>
            <a:pPr lvl="0" algn="ctr">
              <a:lnSpc>
                <a:spcPct val="141100"/>
              </a:lnSpc>
            </a:pPr>
            <a:r>
              <a:rPr lang="en-US" sz="1400" b="0" i="0" u="none" strike="noStrike">
                <a:solidFill>
                  <a:srgbClr val="010149"/>
                </a:solidFill>
                <a:latin typeface="Atomy Light"/>
              </a:rPr>
              <a:t>DB</a:t>
            </a:r>
            <a:r>
              <a:rPr lang="ko-KR" sz="1400" b="0" i="0" u="none" strike="noStrike">
                <a:solidFill>
                  <a:srgbClr val="010149"/>
                </a:solidFill>
                <a:ea typeface="Atomy Light"/>
              </a:rPr>
              <a:t>테이블</a:t>
            </a:r>
            <a:r>
              <a:rPr lang="en-US" sz="1400" b="0" i="0" u="none" strike="noStrike">
                <a:solidFill>
                  <a:srgbClr val="010149"/>
                </a:solidFill>
                <a:latin typeface="Atomy Light"/>
              </a:rPr>
              <a:t> </a:t>
            </a:r>
            <a:r>
              <a:rPr lang="ko-KR" sz="1400" b="0" i="0" u="none" strike="noStrike">
                <a:solidFill>
                  <a:srgbClr val="010149"/>
                </a:solidFill>
                <a:ea typeface="Atomy Light"/>
              </a:rPr>
              <a:t>설계</a:t>
            </a:r>
            <a:r>
              <a:rPr lang="en-US" sz="1400" b="0" i="0" u="none" strike="noStrike">
                <a:solidFill>
                  <a:srgbClr val="010149"/>
                </a:solidFill>
                <a:latin typeface="Atomy Light"/>
              </a:rPr>
              <a:t> </a:t>
            </a:r>
            <a:r>
              <a:rPr lang="ko-KR" sz="1400" b="0" i="0" u="none" strike="noStrike">
                <a:solidFill>
                  <a:srgbClr val="010149"/>
                </a:solidFill>
                <a:ea typeface="Atomy Light"/>
              </a:rPr>
              <a:t>및</a:t>
            </a:r>
            <a:r>
              <a:rPr lang="en-US" sz="1400" b="0" i="0" u="none" strike="noStrike">
                <a:solidFill>
                  <a:srgbClr val="010149"/>
                </a:solidFill>
                <a:latin typeface="Atomy Light"/>
              </a:rPr>
              <a:t> </a:t>
            </a:r>
            <a:r>
              <a:rPr lang="ko-KR" sz="1400" b="0" i="0" u="none" strike="noStrike">
                <a:solidFill>
                  <a:srgbClr val="010149"/>
                </a:solidFill>
                <a:ea typeface="Atomy Light"/>
              </a:rPr>
              <a:t>연결에</a:t>
            </a:r>
            <a:r>
              <a:rPr lang="en-US" sz="1400" b="0" i="0" u="none" strike="noStrike">
                <a:solidFill>
                  <a:srgbClr val="010149"/>
                </a:solidFill>
                <a:latin typeface="Atomy Light"/>
              </a:rPr>
              <a:t> </a:t>
            </a:r>
            <a:r>
              <a:rPr lang="ko-KR" sz="1400" b="0" i="0" u="none" strike="noStrike">
                <a:solidFill>
                  <a:srgbClr val="010149"/>
                </a:solidFill>
                <a:ea typeface="Atomy Light"/>
              </a:rPr>
              <a:t>관한</a:t>
            </a:r>
          </a:p>
          <a:p>
            <a:pPr lvl="0" algn="ctr">
              <a:lnSpc>
                <a:spcPct val="141100"/>
              </a:lnSpc>
            </a:pPr>
            <a:r>
              <a:rPr lang="en-US" sz="1400" b="0" i="0" u="none" strike="noStrike">
                <a:solidFill>
                  <a:srgbClr val="010149"/>
                </a:solidFill>
                <a:latin typeface="Atomy Light"/>
              </a:rPr>
              <a:t>API </a:t>
            </a:r>
            <a:r>
              <a:rPr lang="ko-KR" sz="1400" b="0" i="0" u="none" strike="noStrike">
                <a:solidFill>
                  <a:srgbClr val="010149"/>
                </a:solidFill>
                <a:ea typeface="Atomy Light"/>
              </a:rPr>
              <a:t>명세서</a:t>
            </a:r>
            <a:r>
              <a:rPr lang="en-US" sz="1400" b="0" i="0" u="none" strike="noStrike">
                <a:solidFill>
                  <a:srgbClr val="010149"/>
                </a:solidFill>
                <a:latin typeface="Atomy Light"/>
              </a:rPr>
              <a:t> </a:t>
            </a:r>
            <a:r>
              <a:rPr lang="ko-KR" sz="1400" b="0" i="0" u="none" strike="noStrike">
                <a:solidFill>
                  <a:srgbClr val="010149"/>
                </a:solidFill>
                <a:ea typeface="Atomy Light"/>
              </a:rPr>
              <a:t>논의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4F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49600" y="1549400"/>
            <a:ext cx="12001500" cy="7251700"/>
          </a:xfrm>
          <a:prstGeom prst="rect">
            <a:avLst/>
          </a:prstGeom>
        </p:spPr>
      </p:pic>
      <p:pic>
        <p:nvPicPr>
          <p:cNvPr id="3" name="Picture 3"/>
          <p:cNvPicPr>
            <a:picLocks noChangeAspect="1"/>
          </p:cNvPicPr>
          <p:nvPr/>
        </p:nvPicPr>
        <p:blipFill>
          <a:blip r:embed="rId3">
            <a:alphaModFix amt="30000"/>
          </a:blip>
          <a:stretch>
            <a:fillRect/>
          </a:stretch>
        </p:blipFill>
        <p:spPr>
          <a:xfrm>
            <a:off x="4838700" y="6883400"/>
            <a:ext cx="8623300" cy="12700"/>
          </a:xfrm>
          <a:prstGeom prst="rect">
            <a:avLst/>
          </a:prstGeom>
        </p:spPr>
      </p:pic>
      <p:pic>
        <p:nvPicPr>
          <p:cNvPr id="4" name="Picture 4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64300" y="825500"/>
            <a:ext cx="5346700" cy="736600"/>
          </a:xfrm>
          <a:prstGeom prst="rect">
            <a:avLst/>
          </a:prstGeom>
        </p:spPr>
      </p:pic>
      <p:pic>
        <p:nvPicPr>
          <p:cNvPr id="5" name="Picture 5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102600" y="2349500"/>
            <a:ext cx="2095500" cy="1358900"/>
          </a:xfrm>
          <a:prstGeom prst="rect">
            <a:avLst/>
          </a:prstGeom>
        </p:spPr>
      </p:pic>
      <p:pic>
        <p:nvPicPr>
          <p:cNvPr id="6" name="Picture 6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38200" y="5118100"/>
            <a:ext cx="4838700" cy="3975100"/>
          </a:xfrm>
          <a:prstGeom prst="rect">
            <a:avLst/>
          </a:prstGeom>
        </p:spPr>
      </p:pic>
      <p:sp>
        <p:nvSpPr>
          <p:cNvPr id="7" name="TextBox 7"/>
          <p:cNvSpPr txBox="1"/>
          <p:nvPr/>
        </p:nvSpPr>
        <p:spPr>
          <a:xfrm>
            <a:off x="7023100" y="1066800"/>
            <a:ext cx="4241800" cy="2667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ctr">
              <a:lnSpc>
                <a:spcPct val="124499"/>
              </a:lnSpc>
            </a:pPr>
            <a:r>
              <a:rPr lang="en-US" sz="1500" b="0" i="0" u="none" strike="noStrike">
                <a:solidFill>
                  <a:srgbClr val="F4F4F4"/>
                </a:solidFill>
                <a:latin typeface="Atomy Medium"/>
              </a:rPr>
              <a:t>2026 </a:t>
            </a:r>
            <a:r>
              <a:rPr lang="ko-KR" sz="1500" b="0" i="0" u="none" strike="noStrike">
                <a:solidFill>
                  <a:srgbClr val="F4F4F4"/>
                </a:solidFill>
                <a:ea typeface="Atomy Medium"/>
              </a:rPr>
              <a:t>캡스톤</a:t>
            </a:r>
            <a:r>
              <a:rPr lang="en-US" sz="1500" b="0" i="0" u="none" strike="noStrike">
                <a:solidFill>
                  <a:srgbClr val="F4F4F4"/>
                </a:solidFill>
                <a:latin typeface="Atomy Medium"/>
              </a:rPr>
              <a:t> </a:t>
            </a:r>
            <a:r>
              <a:rPr lang="ko-KR" sz="1500" b="0" i="0" u="none" strike="noStrike">
                <a:solidFill>
                  <a:srgbClr val="F4F4F4"/>
                </a:solidFill>
                <a:ea typeface="Atomy Medium"/>
              </a:rPr>
              <a:t>디자인</a:t>
            </a:r>
            <a:r>
              <a:rPr lang="en-US" sz="1500" b="0" i="0" u="none" strike="noStrike">
                <a:solidFill>
                  <a:srgbClr val="F4F4F4"/>
                </a:solidFill>
                <a:latin typeface="Atomy Medium"/>
              </a:rPr>
              <a:t> </a:t>
            </a:r>
            <a:r>
              <a:rPr lang="ko-KR" sz="1500" b="0" i="0" u="none" strike="noStrike">
                <a:solidFill>
                  <a:srgbClr val="F4F4F4"/>
                </a:solidFill>
                <a:ea typeface="Atomy Medium"/>
              </a:rPr>
              <a:t>졸업작품</a:t>
            </a:r>
            <a:r>
              <a:rPr lang="en-US" sz="1500" b="0" i="0" u="none" strike="noStrike">
                <a:solidFill>
                  <a:srgbClr val="F4F4F4"/>
                </a:solidFill>
                <a:latin typeface="Atomy Medium"/>
              </a:rPr>
              <a:t> </a:t>
            </a:r>
            <a:r>
              <a:rPr lang="ko-KR" sz="1500" b="0" i="0" u="none" strike="noStrike">
                <a:solidFill>
                  <a:srgbClr val="F4F4F4"/>
                </a:solidFill>
                <a:ea typeface="Atomy Medium"/>
              </a:rPr>
              <a:t>프로젝트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4876800" y="4546600"/>
            <a:ext cx="8534400" cy="17780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ctr">
              <a:lnSpc>
                <a:spcPct val="124499"/>
              </a:lnSpc>
            </a:pPr>
            <a:r>
              <a:rPr lang="ko-KR" sz="10000" b="0" i="0" u="none" strike="noStrike" spc="-500">
                <a:solidFill>
                  <a:srgbClr val="010149"/>
                </a:solidFill>
                <a:ea typeface="Atomy Medium"/>
              </a:rPr>
              <a:t>감사합니다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7023100" y="9499600"/>
            <a:ext cx="4241800" cy="2794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ctr">
              <a:lnSpc>
                <a:spcPct val="124499"/>
              </a:lnSpc>
            </a:pPr>
            <a:r>
              <a:rPr lang="en-US" sz="1600" b="0" i="0" u="none" strike="noStrike">
                <a:solidFill>
                  <a:srgbClr val="010149"/>
                </a:solidFill>
                <a:latin typeface="Atomy Bold"/>
              </a:rPr>
              <a:t>MIRI COMPANY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428</Words>
  <Application>Microsoft Office PowerPoint</Application>
  <PresentationFormat>사용자 지정</PresentationFormat>
  <Paragraphs>105</Paragraphs>
  <Slides>13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5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13</vt:i4>
      </vt:variant>
    </vt:vector>
  </HeadingPairs>
  <TitlesOfParts>
    <vt:vector size="19" baseType="lpstr">
      <vt:lpstr>Atomy Bold</vt:lpstr>
      <vt:lpstr>Atomy Light</vt:lpstr>
      <vt:lpstr>Atomy Medium</vt:lpstr>
      <vt:lpstr>Arial</vt:lpstr>
      <vt:lpstr>Calibri</vt:lpstr>
      <vt:lpstr>Office Theme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user</dc:creator>
  <cp:lastModifiedBy>종준 박</cp:lastModifiedBy>
  <cp:revision>2</cp:revision>
  <dcterms:created xsi:type="dcterms:W3CDTF">2006-08-16T00:00:00Z</dcterms:created>
  <dcterms:modified xsi:type="dcterms:W3CDTF">2026-04-10T00:01:44Z</dcterms:modified>
</cp:coreProperties>
</file>